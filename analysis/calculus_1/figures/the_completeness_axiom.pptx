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sldIdLst>
    <p:sldId id="257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8191"/>
    <a:srgbClr val="CCCCCC"/>
    <a:srgbClr val="01404D"/>
    <a:srgbClr val="9C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677" autoAdjust="0"/>
    <p:restoredTop sz="94660"/>
  </p:normalViewPr>
  <p:slideViewPr>
    <p:cSldViewPr snapToGrid="0">
      <p:cViewPr varScale="1">
        <p:scale>
          <a:sx n="60" d="100"/>
          <a:sy n="60" d="100"/>
        </p:scale>
        <p:origin x="19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4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5" y="3781308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48" indent="0" algn="ctr">
              <a:buNone/>
              <a:defRPr sz="1575"/>
            </a:lvl2pPr>
            <a:lvl3pPr marL="719895" indent="0" algn="ctr">
              <a:buNone/>
              <a:defRPr sz="1417"/>
            </a:lvl3pPr>
            <a:lvl4pPr marL="1079843" indent="0" algn="ctr">
              <a:buNone/>
              <a:defRPr sz="1260"/>
            </a:lvl4pPr>
            <a:lvl5pPr marL="1439791" indent="0" algn="ctr">
              <a:buNone/>
              <a:defRPr sz="1260"/>
            </a:lvl5pPr>
            <a:lvl6pPr marL="1799739" indent="0" algn="ctr">
              <a:buNone/>
              <a:defRPr sz="1260"/>
            </a:lvl6pPr>
            <a:lvl7pPr marL="2159686" indent="0" algn="ctr">
              <a:buNone/>
              <a:defRPr sz="1260"/>
            </a:lvl7pPr>
            <a:lvl8pPr marL="2519634" indent="0" algn="ctr">
              <a:buNone/>
              <a:defRPr sz="1260"/>
            </a:lvl8pPr>
            <a:lvl9pPr marL="2879581" indent="0" algn="ctr">
              <a:buNone/>
              <a:defRPr sz="126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165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244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5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5" y="4817878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48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895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4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79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3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68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3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58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335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66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4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48" indent="0">
              <a:buNone/>
              <a:defRPr sz="1575" b="1"/>
            </a:lvl2pPr>
            <a:lvl3pPr marL="719895" indent="0">
              <a:buNone/>
              <a:defRPr sz="1417" b="1"/>
            </a:lvl3pPr>
            <a:lvl4pPr marL="1079843" indent="0">
              <a:buNone/>
              <a:defRPr sz="1260" b="1"/>
            </a:lvl4pPr>
            <a:lvl5pPr marL="1439791" indent="0">
              <a:buNone/>
              <a:defRPr sz="1260" b="1"/>
            </a:lvl5pPr>
            <a:lvl6pPr marL="1799739" indent="0">
              <a:buNone/>
              <a:defRPr sz="1260" b="1"/>
            </a:lvl6pPr>
            <a:lvl7pPr marL="2159686" indent="0">
              <a:buNone/>
              <a:defRPr sz="1260" b="1"/>
            </a:lvl7pPr>
            <a:lvl8pPr marL="2519634" indent="0">
              <a:buNone/>
              <a:defRPr sz="1260" b="1"/>
            </a:lvl8pPr>
            <a:lvl9pPr marL="2879581" indent="0">
              <a:buNone/>
              <a:defRPr sz="126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51"/>
            <a:ext cx="3045646" cy="386796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4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48" indent="0">
              <a:buNone/>
              <a:defRPr sz="1575" b="1"/>
            </a:lvl2pPr>
            <a:lvl3pPr marL="719895" indent="0">
              <a:buNone/>
              <a:defRPr sz="1417" b="1"/>
            </a:lvl3pPr>
            <a:lvl4pPr marL="1079843" indent="0">
              <a:buNone/>
              <a:defRPr sz="1260" b="1"/>
            </a:lvl4pPr>
            <a:lvl5pPr marL="1439791" indent="0">
              <a:buNone/>
              <a:defRPr sz="1260" b="1"/>
            </a:lvl5pPr>
            <a:lvl6pPr marL="1799739" indent="0">
              <a:buNone/>
              <a:defRPr sz="1260" b="1"/>
            </a:lvl6pPr>
            <a:lvl7pPr marL="2159686" indent="0">
              <a:buNone/>
              <a:defRPr sz="1260" b="1"/>
            </a:lvl7pPr>
            <a:lvl8pPr marL="2519634" indent="0">
              <a:buNone/>
              <a:defRPr sz="1260" b="1"/>
            </a:lvl8pPr>
            <a:lvl9pPr marL="2879581" indent="0">
              <a:buNone/>
              <a:defRPr sz="126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51"/>
            <a:ext cx="3060646" cy="386796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039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868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595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6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48" indent="0">
              <a:buNone/>
              <a:defRPr sz="1102"/>
            </a:lvl2pPr>
            <a:lvl3pPr marL="719895" indent="0">
              <a:buNone/>
              <a:defRPr sz="945"/>
            </a:lvl3pPr>
            <a:lvl4pPr marL="1079843" indent="0">
              <a:buNone/>
              <a:defRPr sz="787"/>
            </a:lvl4pPr>
            <a:lvl5pPr marL="1439791" indent="0">
              <a:buNone/>
              <a:defRPr sz="787"/>
            </a:lvl5pPr>
            <a:lvl6pPr marL="1799739" indent="0">
              <a:buNone/>
              <a:defRPr sz="787"/>
            </a:lvl6pPr>
            <a:lvl7pPr marL="2159686" indent="0">
              <a:buNone/>
              <a:defRPr sz="787"/>
            </a:lvl7pPr>
            <a:lvl8pPr marL="2519634" indent="0">
              <a:buNone/>
              <a:defRPr sz="787"/>
            </a:lvl8pPr>
            <a:lvl9pPr marL="2879581" indent="0">
              <a:buNone/>
              <a:defRPr sz="78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968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48" indent="0">
              <a:buNone/>
              <a:defRPr sz="2204"/>
            </a:lvl2pPr>
            <a:lvl3pPr marL="719895" indent="0">
              <a:buNone/>
              <a:defRPr sz="1890"/>
            </a:lvl3pPr>
            <a:lvl4pPr marL="1079843" indent="0">
              <a:buNone/>
              <a:defRPr sz="1575"/>
            </a:lvl4pPr>
            <a:lvl5pPr marL="1439791" indent="0">
              <a:buNone/>
              <a:defRPr sz="1575"/>
            </a:lvl5pPr>
            <a:lvl6pPr marL="1799739" indent="0">
              <a:buNone/>
              <a:defRPr sz="1575"/>
            </a:lvl6pPr>
            <a:lvl7pPr marL="2159686" indent="0">
              <a:buNone/>
              <a:defRPr sz="1575"/>
            </a:lvl7pPr>
            <a:lvl8pPr marL="2519634" indent="0">
              <a:buNone/>
              <a:defRPr sz="1575"/>
            </a:lvl8pPr>
            <a:lvl9pPr marL="2879581" indent="0">
              <a:buNone/>
              <a:defRPr sz="1575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6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48" indent="0">
              <a:buNone/>
              <a:defRPr sz="1102"/>
            </a:lvl2pPr>
            <a:lvl3pPr marL="719895" indent="0">
              <a:buNone/>
              <a:defRPr sz="945"/>
            </a:lvl3pPr>
            <a:lvl4pPr marL="1079843" indent="0">
              <a:buNone/>
              <a:defRPr sz="787"/>
            </a:lvl4pPr>
            <a:lvl5pPr marL="1439791" indent="0">
              <a:buNone/>
              <a:defRPr sz="787"/>
            </a:lvl5pPr>
            <a:lvl6pPr marL="1799739" indent="0">
              <a:buNone/>
              <a:defRPr sz="787"/>
            </a:lvl6pPr>
            <a:lvl7pPr marL="2159686" indent="0">
              <a:buNone/>
              <a:defRPr sz="787"/>
            </a:lvl7pPr>
            <a:lvl8pPr marL="2519634" indent="0">
              <a:buNone/>
              <a:defRPr sz="787"/>
            </a:lvl8pPr>
            <a:lvl9pPr marL="2879581" indent="0">
              <a:buNone/>
              <a:defRPr sz="78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203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7210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9"/>
            <a:ext cx="1552352" cy="610108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4" y="383299"/>
            <a:ext cx="4567064" cy="610108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0012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4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4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700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B5BE3-8C14-4630-B857-EEA26BD5C227}" type="datetimeFigureOut">
              <a:rPr lang="he-IL" smtClean="0"/>
              <a:t>ט'/טבת/תשפ"ד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700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700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21378-EB95-4A34-A337-9585B0181DE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955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19895" rtl="1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4" indent="-179974" algn="r" defTabSz="719895" rtl="1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21" indent="-179974" algn="r" defTabSz="719895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70" indent="-179974" algn="r" defTabSz="719895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17" indent="-179974" algn="r" defTabSz="719895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65" indent="-179974" algn="r" defTabSz="719895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13" indent="-179974" algn="r" defTabSz="719895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61" indent="-179974" algn="r" defTabSz="719895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09" indent="-179974" algn="r" defTabSz="719895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556" indent="-179974" algn="r" defTabSz="719895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719895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48" algn="r" defTabSz="719895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895" algn="r" defTabSz="719895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43" algn="r" defTabSz="719895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791" algn="r" defTabSz="719895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39" algn="r" defTabSz="719895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686" algn="r" defTabSz="719895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34" algn="r" defTabSz="719895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581" algn="r" defTabSz="719895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משולש שווה-שוקיים 22">
            <a:extLst>
              <a:ext uri="{FF2B5EF4-FFF2-40B4-BE49-F238E27FC236}">
                <a16:creationId xmlns:a16="http://schemas.microsoft.com/office/drawing/2014/main" id="{674AFE28-5EFA-D906-5C32-B4FC26D6A7F8}"/>
              </a:ext>
            </a:extLst>
          </p:cNvPr>
          <p:cNvSpPr/>
          <p:nvPr/>
        </p:nvSpPr>
        <p:spPr>
          <a:xfrm>
            <a:off x="-725065" y="-720687"/>
            <a:ext cx="7920000" cy="7920000"/>
          </a:xfrm>
          <a:prstGeom prst="triangle">
            <a:avLst>
              <a:gd name="adj" fmla="val 100000"/>
            </a:avLst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משולש שווה-שוקיים 1">
            <a:extLst>
              <a:ext uri="{FF2B5EF4-FFF2-40B4-BE49-F238E27FC236}">
                <a16:creationId xmlns:a16="http://schemas.microsoft.com/office/drawing/2014/main" id="{7D6DB7BF-05A5-605F-C2A7-E338053965D3}"/>
              </a:ext>
            </a:extLst>
          </p:cNvPr>
          <p:cNvSpPr/>
          <p:nvPr/>
        </p:nvSpPr>
        <p:spPr>
          <a:xfrm>
            <a:off x="1920034" y="3321682"/>
            <a:ext cx="3240000" cy="3240000"/>
          </a:xfrm>
          <a:prstGeom prst="triangle">
            <a:avLst>
              <a:gd name="adj" fmla="val 100000"/>
            </a:avLst>
          </a:prstGeom>
          <a:noFill/>
          <a:ln w="127000">
            <a:solidFill>
              <a:srgbClr val="118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AF37ABF2-C43F-B64D-0443-32B27B8F1D0B}"/>
              </a:ext>
            </a:extLst>
          </p:cNvPr>
          <p:cNvCxnSpPr/>
          <p:nvPr/>
        </p:nvCxnSpPr>
        <p:spPr>
          <a:xfrm>
            <a:off x="1569923" y="6449997"/>
            <a:ext cx="360000" cy="36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52058C83-C728-C0E4-EDE7-2EE41D822BED}"/>
                  </a:ext>
                </a:extLst>
              </p:cNvPr>
              <p:cNvSpPr txBox="1"/>
              <p:nvPr/>
            </p:nvSpPr>
            <p:spPr>
              <a:xfrm>
                <a:off x="1898635" y="6703668"/>
                <a:ext cx="341440" cy="492443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3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52058C83-C728-C0E4-EDE7-2EE41D822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635" y="6703668"/>
                <a:ext cx="34144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2D3B7B16-8847-E671-C3D0-5A1A134979D0}"/>
                  </a:ext>
                </a:extLst>
              </p:cNvPr>
              <p:cNvSpPr txBox="1"/>
              <p:nvPr/>
            </p:nvSpPr>
            <p:spPr>
              <a:xfrm>
                <a:off x="5404853" y="3364215"/>
                <a:ext cx="486128" cy="688137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he-IL" sz="4000" b="1" i="1" smtClean="0">
                              <a:solidFill>
                                <a:srgbClr val="9C3A3A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he-IL" sz="4000" b="1" i="1" smtClean="0">
                              <a:solidFill>
                                <a:srgbClr val="9C3A3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he-IL" sz="4000" b="1" i="1" dirty="0">
                  <a:solidFill>
                    <a:srgbClr val="9C3A3A"/>
                  </a:solidFill>
                </a:endParaRPr>
              </a:p>
            </p:txBody>
          </p:sp>
        </mc:Choice>
        <mc:Fallback xmlns="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2D3B7B16-8847-E671-C3D0-5A1A13497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853" y="3364215"/>
                <a:ext cx="486128" cy="688137"/>
              </a:xfrm>
              <a:prstGeom prst="rect">
                <a:avLst/>
              </a:prstGeom>
              <a:blipFill>
                <a:blip r:embed="rId3"/>
                <a:stretch>
                  <a:fillRect t="-4255" r="-496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23EC812B-9249-2F51-6CA5-6943ED89A800}"/>
              </a:ext>
            </a:extLst>
          </p:cNvPr>
          <p:cNvCxnSpPr/>
          <p:nvPr/>
        </p:nvCxnSpPr>
        <p:spPr>
          <a:xfrm>
            <a:off x="4800034" y="2709749"/>
            <a:ext cx="720000" cy="72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סוגר מסולסל שמאלי 11">
            <a:extLst>
              <a:ext uri="{FF2B5EF4-FFF2-40B4-BE49-F238E27FC236}">
                <a16:creationId xmlns:a16="http://schemas.microsoft.com/office/drawing/2014/main" id="{46F1B30E-2FAC-714D-5D75-8D9DA79B709C}"/>
              </a:ext>
            </a:extLst>
          </p:cNvPr>
          <p:cNvSpPr/>
          <p:nvPr/>
        </p:nvSpPr>
        <p:spPr>
          <a:xfrm>
            <a:off x="3002921" y="2240421"/>
            <a:ext cx="464028" cy="4752000"/>
          </a:xfrm>
          <a:prstGeom prst="leftBrace">
            <a:avLst/>
          </a:prstGeom>
          <a:ln w="28575">
            <a:solidFill>
              <a:schemeClr val="tx1"/>
            </a:solidFill>
          </a:ln>
          <a:scene3d>
            <a:camera prst="orthographicFront">
              <a:rot lat="0" lon="0" rev="189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93A4F345-6D0F-DD19-9563-15B9468306A9}"/>
                  </a:ext>
                </a:extLst>
              </p:cNvPr>
              <p:cNvSpPr txBox="1"/>
              <p:nvPr/>
            </p:nvSpPr>
            <p:spPr>
              <a:xfrm>
                <a:off x="1146858" y="4063106"/>
                <a:ext cx="3653176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he-I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he-IL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a:rPr lang="he-IL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he-IL" sz="2400" i="1" dirty="0"/>
              </a:p>
            </p:txBody>
          </p:sp>
        </mc:Choice>
        <mc:Fallback xmlns="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93A4F345-6D0F-DD19-9563-15B946830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858" y="4063106"/>
                <a:ext cx="36531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סוגר מסולסל שמאלי 13">
            <a:extLst>
              <a:ext uri="{FF2B5EF4-FFF2-40B4-BE49-F238E27FC236}">
                <a16:creationId xmlns:a16="http://schemas.microsoft.com/office/drawing/2014/main" id="{D6CA39B0-38EA-237D-EFD3-742B172A0E36}"/>
              </a:ext>
            </a:extLst>
          </p:cNvPr>
          <p:cNvSpPr/>
          <p:nvPr/>
        </p:nvSpPr>
        <p:spPr>
          <a:xfrm>
            <a:off x="6416192" y="-1076448"/>
            <a:ext cx="464028" cy="4553903"/>
          </a:xfrm>
          <a:prstGeom prst="leftBrace">
            <a:avLst/>
          </a:prstGeom>
          <a:ln w="28575">
            <a:solidFill>
              <a:schemeClr val="tx1"/>
            </a:solidFill>
          </a:ln>
          <a:scene3d>
            <a:camera prst="orthographicFront">
              <a:rot lat="0" lon="0" rev="189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תיבת טקסט 14">
                <a:extLst>
                  <a:ext uri="{FF2B5EF4-FFF2-40B4-BE49-F238E27FC236}">
                    <a16:creationId xmlns:a16="http://schemas.microsoft.com/office/drawing/2014/main" id="{95370863-EBCE-E1D9-4755-239A45F2AC1A}"/>
                  </a:ext>
                </a:extLst>
              </p:cNvPr>
              <p:cNvSpPr txBox="1"/>
              <p:nvPr/>
            </p:nvSpPr>
            <p:spPr>
              <a:xfrm>
                <a:off x="4110361" y="1051124"/>
                <a:ext cx="3653176" cy="369332"/>
              </a:xfrm>
              <a:prstGeom prst="rect">
                <a:avLst/>
              </a:prstGeom>
              <a:noFill/>
              <a:scene3d>
                <a:camera prst="orthographicFront">
                  <a:rot lat="0" lon="0" rev="2700000"/>
                </a:camera>
                <a:lightRig rig="threePt" dir="t"/>
              </a:scene3d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he-I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he-IL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a:rPr lang="he-IL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he-IL" sz="2400" i="1" dirty="0"/>
              </a:p>
            </p:txBody>
          </p:sp>
        </mc:Choice>
        <mc:Fallback xmlns="">
          <p:sp>
            <p:nvSpPr>
              <p:cNvPr id="15" name="תיבת טקסט 14">
                <a:extLst>
                  <a:ext uri="{FF2B5EF4-FFF2-40B4-BE49-F238E27FC236}">
                    <a16:creationId xmlns:a16="http://schemas.microsoft.com/office/drawing/2014/main" id="{95370863-EBCE-E1D9-4755-239A45F2A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361" y="1051124"/>
                <a:ext cx="36531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2A035CAD-696E-62A6-BB75-2837A7E19362}"/>
              </a:ext>
            </a:extLst>
          </p:cNvPr>
          <p:cNvCxnSpPr/>
          <p:nvPr/>
        </p:nvCxnSpPr>
        <p:spPr>
          <a:xfrm flipH="1">
            <a:off x="712800" y="-360000"/>
            <a:ext cx="7920000" cy="792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9236B987-E513-568E-81B5-459C37D763E0}"/>
              </a:ext>
            </a:extLst>
          </p:cNvPr>
          <p:cNvSpPr txBox="1"/>
          <p:nvPr/>
        </p:nvSpPr>
        <p:spPr>
          <a:xfrm>
            <a:off x="408478" y="368935"/>
            <a:ext cx="4265198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200" dirty="0">
                <a:solidFill>
                  <a:srgbClr val="11819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מי אמר שאפשר לחתוך כאן???</a:t>
            </a:r>
            <a:endParaRPr lang="he-IL" sz="2800" dirty="0">
              <a:solidFill>
                <a:srgbClr val="118191"/>
              </a:solidFill>
              <a:latin typeface="Suez One" panose="00000500000000000000" pitchFamily="2" charset="-79"/>
              <a:cs typeface="Suez One" panose="00000500000000000000" pitchFamily="2" charset="-79"/>
            </a:endParaRPr>
          </a:p>
        </p:txBody>
      </p:sp>
      <p:sp>
        <p:nvSpPr>
          <p:cNvPr id="3" name="חץ: ימינה 2">
            <a:extLst>
              <a:ext uri="{FF2B5EF4-FFF2-40B4-BE49-F238E27FC236}">
                <a16:creationId xmlns:a16="http://schemas.microsoft.com/office/drawing/2014/main" id="{4A29457F-12BC-3F14-4DDD-57F0953B88D6}"/>
              </a:ext>
            </a:extLst>
          </p:cNvPr>
          <p:cNvSpPr/>
          <p:nvPr/>
        </p:nvSpPr>
        <p:spPr>
          <a:xfrm rot="3045521">
            <a:off x="3705120" y="1925012"/>
            <a:ext cx="1224259" cy="414272"/>
          </a:xfrm>
          <a:prstGeom prst="rightArrow">
            <a:avLst/>
          </a:prstGeom>
          <a:solidFill>
            <a:srgbClr val="118191"/>
          </a:solidFill>
          <a:ln>
            <a:solidFill>
              <a:srgbClr val="1181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8003271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925</TotalTime>
  <Words>10</Words>
  <Application>Microsoft Office PowerPoint</Application>
  <PresentationFormat>מותאם אישית</PresentationFormat>
  <Paragraphs>5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Suez One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Sraya Ansbacher</dc:creator>
  <cp:lastModifiedBy>Sraya Ansbacher</cp:lastModifiedBy>
  <cp:revision>6</cp:revision>
  <dcterms:created xsi:type="dcterms:W3CDTF">2023-12-09T17:36:32Z</dcterms:created>
  <dcterms:modified xsi:type="dcterms:W3CDTF">2023-12-21T15:37:03Z</dcterms:modified>
</cp:coreProperties>
</file>