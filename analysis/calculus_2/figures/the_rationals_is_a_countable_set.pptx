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8" r:id="rId2"/>
    <p:sldId id="259" r:id="rId3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431" autoAdjust="0"/>
    <p:restoredTop sz="94660"/>
  </p:normalViewPr>
  <p:slideViewPr>
    <p:cSldViewPr snapToGrid="0">
      <p:cViewPr>
        <p:scale>
          <a:sx n="100" d="100"/>
          <a:sy n="100" d="100"/>
        </p:scale>
        <p:origin x="20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74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451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710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229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722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723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03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01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87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808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408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54AB-93F5-4C2C-933F-1FBA0DD6E349}" type="datetimeFigureOut">
              <a:rPr lang="he-IL" smtClean="0"/>
              <a:t>ז'/חשון/תשפ"ג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355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0091" rtl="1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r" defTabSz="360091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r" defTabSz="360091" rtl="1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r" defTabSz="360091" rtl="1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טבלה 2">
                <a:extLst>
                  <a:ext uri="{FF2B5EF4-FFF2-40B4-BE49-F238E27FC236}">
                    <a16:creationId xmlns:a16="http://schemas.microsoft.com/office/drawing/2014/main" id="{9191D194-16A3-567B-8D1E-52BEE64358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941410"/>
                  </p:ext>
                </p:extLst>
              </p:nvPr>
            </p:nvGraphicFramePr>
            <p:xfrm>
              <a:off x="0" y="0"/>
              <a:ext cx="3600000" cy="3600000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00000">
                      <a:extLst>
                        <a:ext uri="{9D8B030D-6E8A-4147-A177-3AD203B41FA5}">
                          <a16:colId xmlns:a16="http://schemas.microsoft.com/office/drawing/2014/main" val="38592767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65120624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258982979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37013228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10439662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19907564"/>
                        </a:ext>
                      </a:extLst>
                    </a:gridCol>
                  </a:tblGrid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35042069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88113506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50994068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6675639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547305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52840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טבלה 2">
                <a:extLst>
                  <a:ext uri="{FF2B5EF4-FFF2-40B4-BE49-F238E27FC236}">
                    <a16:creationId xmlns:a16="http://schemas.microsoft.com/office/drawing/2014/main" id="{9191D194-16A3-567B-8D1E-52BEE64358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941410"/>
                  </p:ext>
                </p:extLst>
              </p:nvPr>
            </p:nvGraphicFramePr>
            <p:xfrm>
              <a:off x="0" y="0"/>
              <a:ext cx="3600000" cy="3600000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00000">
                      <a:extLst>
                        <a:ext uri="{9D8B030D-6E8A-4147-A177-3AD203B41FA5}">
                          <a16:colId xmlns:a16="http://schemas.microsoft.com/office/drawing/2014/main" val="38592767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65120624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258982979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37013228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10439662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19907564"/>
                        </a:ext>
                      </a:extLst>
                    </a:gridCol>
                  </a:tblGrid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96970" b="-4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35042069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1020" r="-496970" b="-4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88113506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8990" r="-496970" b="-297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50994068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2041" r="-496970" b="-2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6675639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97980" r="-496970" b="-98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547305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3061" r="-4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03061" r="-4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990" t="-503061" r="-297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2041" t="-503061" r="-2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980" t="-503061" r="-98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3061" t="-5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52840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79257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טבלה 2">
                <a:extLst>
                  <a:ext uri="{FF2B5EF4-FFF2-40B4-BE49-F238E27FC236}">
                    <a16:creationId xmlns:a16="http://schemas.microsoft.com/office/drawing/2014/main" id="{9191D194-16A3-567B-8D1E-52BEE64358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3600000" cy="3600000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00000">
                      <a:extLst>
                        <a:ext uri="{9D8B030D-6E8A-4147-A177-3AD203B41FA5}">
                          <a16:colId xmlns:a16="http://schemas.microsoft.com/office/drawing/2014/main" val="38592767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65120624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258982979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37013228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10439662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19907564"/>
                        </a:ext>
                      </a:extLst>
                    </a:gridCol>
                  </a:tblGrid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35042069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88113506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50994068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6675639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547305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52840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טבלה 2">
                <a:extLst>
                  <a:ext uri="{FF2B5EF4-FFF2-40B4-BE49-F238E27FC236}">
                    <a16:creationId xmlns:a16="http://schemas.microsoft.com/office/drawing/2014/main" id="{9191D194-16A3-567B-8D1E-52BEE64358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3600000" cy="3600000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00000">
                      <a:extLst>
                        <a:ext uri="{9D8B030D-6E8A-4147-A177-3AD203B41FA5}">
                          <a16:colId xmlns:a16="http://schemas.microsoft.com/office/drawing/2014/main" val="38592767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65120624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258982979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37013228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1043966289"/>
                        </a:ext>
                      </a:extLst>
                    </a:gridCol>
                    <a:gridCol w="600000">
                      <a:extLst>
                        <a:ext uri="{9D8B030D-6E8A-4147-A177-3AD203B41FA5}">
                          <a16:colId xmlns:a16="http://schemas.microsoft.com/office/drawing/2014/main" val="4119907564"/>
                        </a:ext>
                      </a:extLst>
                    </a:gridCol>
                  </a:tblGrid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96970" b="-4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(1,1)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35042069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1020" r="-496970" b="-4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(2,1)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88113506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8990" r="-496970" b="-297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(3,1)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50994068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2041" r="-496970" b="-2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(4,1)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6675639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97980" r="-496970" b="-98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(5,5)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(5,4)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(5,3)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(5,2)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60091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(5,1)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5473055"/>
                      </a:ext>
                    </a:extLst>
                  </a:tr>
                  <a:tr h="60000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3061" r="-4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03061" r="-4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990" t="-503061" r="-297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2041" t="-503061" r="-2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980" t="-503061" r="-98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3061" t="-5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528408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FBD85AC8-032A-C2E0-6657-80873C66A0BF}"/>
              </a:ext>
            </a:extLst>
          </p:cNvPr>
          <p:cNvCxnSpPr/>
          <p:nvPr/>
        </p:nvCxnSpPr>
        <p:spPr>
          <a:xfrm flipH="1">
            <a:off x="0" y="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6726312A-7B7E-A9C9-8EB1-65BE12D313A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-25400" y="-25400"/>
            <a:ext cx="1270000" cy="11938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AAF8B9F2-F9B6-ADA3-30C4-0F47970D4333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-19050" y="-44450"/>
            <a:ext cx="1905000" cy="17907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5E0D0FF9-83F0-4898-2F0A-CCF9B6D7D559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-57150" y="-25400"/>
            <a:ext cx="2540000" cy="23876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1B1F26BB-9702-A30A-285F-28B0A087A72C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0" y="-25400"/>
            <a:ext cx="3048000" cy="28651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66738506-3B86-5134-0EDA-72AC46D4F58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603250" y="514350"/>
            <a:ext cx="2540000" cy="23876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ישר 25">
            <a:extLst>
              <a:ext uri="{FF2B5EF4-FFF2-40B4-BE49-F238E27FC236}">
                <a16:creationId xmlns:a16="http://schemas.microsoft.com/office/drawing/2014/main" id="{A40B4CA9-5715-8827-9524-F0EEC9471737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231900" y="1085850"/>
            <a:ext cx="1905000" cy="17907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>
            <a:extLst>
              <a:ext uri="{FF2B5EF4-FFF2-40B4-BE49-F238E27FC236}">
                <a16:creationId xmlns:a16="http://schemas.microsoft.com/office/drawing/2014/main" id="{77EEA47D-CC13-0066-E37C-D8ECFB50B6A6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854200" y="1708150"/>
            <a:ext cx="1270000" cy="11938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ישר 27">
            <a:extLst>
              <a:ext uri="{FF2B5EF4-FFF2-40B4-BE49-F238E27FC236}">
                <a16:creationId xmlns:a16="http://schemas.microsoft.com/office/drawing/2014/main" id="{64D6E07F-70EA-52D1-3757-BF9E0E18934B}"/>
              </a:ext>
            </a:extLst>
          </p:cNvPr>
          <p:cNvCxnSpPr/>
          <p:nvPr/>
        </p:nvCxnSpPr>
        <p:spPr>
          <a:xfrm flipH="1">
            <a:off x="2441350" y="230505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28">
            <a:extLst>
              <a:ext uri="{FF2B5EF4-FFF2-40B4-BE49-F238E27FC236}">
                <a16:creationId xmlns:a16="http://schemas.microsoft.com/office/drawing/2014/main" id="{E128A7C2-7B4F-D653-A46F-249457D35AF7}"/>
              </a:ext>
            </a:extLst>
          </p:cNvPr>
          <p:cNvCxnSpPr/>
          <p:nvPr/>
        </p:nvCxnSpPr>
        <p:spPr>
          <a:xfrm flipH="1">
            <a:off x="3048000" y="762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65F541DD-50D9-AEF6-7563-6C2EE47EBD82}"/>
              </a:ext>
            </a:extLst>
          </p:cNvPr>
          <p:cNvCxnSpPr/>
          <p:nvPr/>
        </p:nvCxnSpPr>
        <p:spPr>
          <a:xfrm flipH="1">
            <a:off x="3086100" y="52832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מחבר ישר 30">
            <a:extLst>
              <a:ext uri="{FF2B5EF4-FFF2-40B4-BE49-F238E27FC236}">
                <a16:creationId xmlns:a16="http://schemas.microsoft.com/office/drawing/2014/main" id="{7BEF2C61-43F8-9978-9A10-7FF32D4B8DF6}"/>
              </a:ext>
            </a:extLst>
          </p:cNvPr>
          <p:cNvCxnSpPr/>
          <p:nvPr/>
        </p:nvCxnSpPr>
        <p:spPr>
          <a:xfrm flipH="1">
            <a:off x="3009900" y="122047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ישר 31">
            <a:extLst>
              <a:ext uri="{FF2B5EF4-FFF2-40B4-BE49-F238E27FC236}">
                <a16:creationId xmlns:a16="http://schemas.microsoft.com/office/drawing/2014/main" id="{29FAD0B5-F03B-F1CD-31A8-9BB6F14CF2EF}"/>
              </a:ext>
            </a:extLst>
          </p:cNvPr>
          <p:cNvCxnSpPr/>
          <p:nvPr/>
        </p:nvCxnSpPr>
        <p:spPr>
          <a:xfrm flipH="1">
            <a:off x="2990850" y="179197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EA9E81D8-0A84-73D8-AA52-665CD851BF82}"/>
              </a:ext>
            </a:extLst>
          </p:cNvPr>
          <p:cNvCxnSpPr/>
          <p:nvPr/>
        </p:nvCxnSpPr>
        <p:spPr>
          <a:xfrm flipH="1">
            <a:off x="3060700" y="227457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33">
            <a:extLst>
              <a:ext uri="{FF2B5EF4-FFF2-40B4-BE49-F238E27FC236}">
                <a16:creationId xmlns:a16="http://schemas.microsoft.com/office/drawing/2014/main" id="{047FE1CB-FE6C-B80D-6FD8-A263BDFBB9A4}"/>
              </a:ext>
            </a:extLst>
          </p:cNvPr>
          <p:cNvCxnSpPr/>
          <p:nvPr/>
        </p:nvCxnSpPr>
        <p:spPr>
          <a:xfrm flipH="1">
            <a:off x="2438400" y="286512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ישר 34">
            <a:extLst>
              <a:ext uri="{FF2B5EF4-FFF2-40B4-BE49-F238E27FC236}">
                <a16:creationId xmlns:a16="http://schemas.microsoft.com/office/drawing/2014/main" id="{0E04E30C-F079-5B95-31EB-C94DEC408FE8}"/>
              </a:ext>
            </a:extLst>
          </p:cNvPr>
          <p:cNvCxnSpPr/>
          <p:nvPr/>
        </p:nvCxnSpPr>
        <p:spPr>
          <a:xfrm flipH="1">
            <a:off x="1854200" y="285242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ישר 35">
            <a:extLst>
              <a:ext uri="{FF2B5EF4-FFF2-40B4-BE49-F238E27FC236}">
                <a16:creationId xmlns:a16="http://schemas.microsoft.com/office/drawing/2014/main" id="{F3746A17-BAFE-2D2B-4554-422A9B093778}"/>
              </a:ext>
            </a:extLst>
          </p:cNvPr>
          <p:cNvCxnSpPr/>
          <p:nvPr/>
        </p:nvCxnSpPr>
        <p:spPr>
          <a:xfrm flipH="1">
            <a:off x="1289050" y="284607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מחבר ישר 36">
            <a:extLst>
              <a:ext uri="{FF2B5EF4-FFF2-40B4-BE49-F238E27FC236}">
                <a16:creationId xmlns:a16="http://schemas.microsoft.com/office/drawing/2014/main" id="{CF3BFADB-2A01-FF24-39FE-7E8DEC866618}"/>
              </a:ext>
            </a:extLst>
          </p:cNvPr>
          <p:cNvCxnSpPr/>
          <p:nvPr/>
        </p:nvCxnSpPr>
        <p:spPr>
          <a:xfrm flipH="1">
            <a:off x="679450" y="280797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מחבר ישר 37">
            <a:extLst>
              <a:ext uri="{FF2B5EF4-FFF2-40B4-BE49-F238E27FC236}">
                <a16:creationId xmlns:a16="http://schemas.microsoft.com/office/drawing/2014/main" id="{29389D4B-F9F7-826A-3308-F9867E276BED}"/>
              </a:ext>
            </a:extLst>
          </p:cNvPr>
          <p:cNvCxnSpPr/>
          <p:nvPr/>
        </p:nvCxnSpPr>
        <p:spPr>
          <a:xfrm flipH="1">
            <a:off x="63500" y="2814320"/>
            <a:ext cx="635000" cy="59690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226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172</Words>
  <Application>Microsoft Office PowerPoint</Application>
  <PresentationFormat>מותאם אישית</PresentationFormat>
  <Paragraphs>72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David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Sraya Ansbacher</cp:lastModifiedBy>
  <cp:revision>11</cp:revision>
  <dcterms:created xsi:type="dcterms:W3CDTF">2022-05-05T11:53:23Z</dcterms:created>
  <dcterms:modified xsi:type="dcterms:W3CDTF">2022-11-01T09:18:26Z</dcterms:modified>
</cp:coreProperties>
</file>