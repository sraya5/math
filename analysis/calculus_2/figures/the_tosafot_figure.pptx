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</p:sldIdLst>
  <p:sldSz cx="3143250" cy="1905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841" autoAdjust="0"/>
    <p:restoredTop sz="94660"/>
  </p:normalViewPr>
  <p:slideViewPr>
    <p:cSldViewPr snapToGrid="0">
      <p:cViewPr varScale="1">
        <p:scale>
          <a:sx n="216" d="100"/>
          <a:sy n="216" d="100"/>
        </p:scale>
        <p:origin x="10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906" y="311768"/>
            <a:ext cx="2357438" cy="663222"/>
          </a:xfrm>
        </p:spPr>
        <p:txBody>
          <a:bodyPr anchor="b"/>
          <a:lstStyle>
            <a:lvl1pPr algn="ctr">
              <a:defRPr sz="1547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906" y="1000566"/>
            <a:ext cx="2357438" cy="459934"/>
          </a:xfrm>
        </p:spPr>
        <p:txBody>
          <a:bodyPr/>
          <a:lstStyle>
            <a:lvl1pPr marL="0" indent="0" algn="ctr">
              <a:buNone/>
              <a:defRPr sz="619"/>
            </a:lvl1pPr>
            <a:lvl2pPr marL="117866" indent="0" algn="ctr">
              <a:buNone/>
              <a:defRPr sz="516"/>
            </a:lvl2pPr>
            <a:lvl3pPr marL="235732" indent="0" algn="ctr">
              <a:buNone/>
              <a:defRPr sz="464"/>
            </a:lvl3pPr>
            <a:lvl4pPr marL="353598" indent="0" algn="ctr">
              <a:buNone/>
              <a:defRPr sz="412"/>
            </a:lvl4pPr>
            <a:lvl5pPr marL="471465" indent="0" algn="ctr">
              <a:buNone/>
              <a:defRPr sz="412"/>
            </a:lvl5pPr>
            <a:lvl6pPr marL="589331" indent="0" algn="ctr">
              <a:buNone/>
              <a:defRPr sz="412"/>
            </a:lvl6pPr>
            <a:lvl7pPr marL="707197" indent="0" algn="ctr">
              <a:buNone/>
              <a:defRPr sz="412"/>
            </a:lvl7pPr>
            <a:lvl8pPr marL="825063" indent="0" algn="ctr">
              <a:buNone/>
              <a:defRPr sz="412"/>
            </a:lvl8pPr>
            <a:lvl9pPr marL="942929" indent="0" algn="ctr">
              <a:buNone/>
              <a:defRPr sz="412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407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86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461" y="474927"/>
            <a:ext cx="2711053" cy="792427"/>
          </a:xfrm>
        </p:spPr>
        <p:txBody>
          <a:bodyPr anchor="b"/>
          <a:lstStyle>
            <a:lvl1pPr>
              <a:defRPr sz="1547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461" y="1274851"/>
            <a:ext cx="2711053" cy="416719"/>
          </a:xfrm>
        </p:spPr>
        <p:txBody>
          <a:bodyPr/>
          <a:lstStyle>
            <a:lvl1pPr marL="0" indent="0">
              <a:buNone/>
              <a:defRPr sz="619">
                <a:solidFill>
                  <a:schemeClr val="tx1">
                    <a:tint val="75000"/>
                  </a:schemeClr>
                </a:solidFill>
              </a:defRPr>
            </a:lvl1pPr>
            <a:lvl2pPr marL="117866" indent="0">
              <a:buNone/>
              <a:defRPr sz="516">
                <a:solidFill>
                  <a:schemeClr val="tx1">
                    <a:tint val="75000"/>
                  </a:schemeClr>
                </a:solidFill>
              </a:defRPr>
            </a:lvl2pPr>
            <a:lvl3pPr marL="235732" indent="0">
              <a:buNone/>
              <a:defRPr sz="464">
                <a:solidFill>
                  <a:schemeClr val="tx1">
                    <a:tint val="75000"/>
                  </a:schemeClr>
                </a:solidFill>
              </a:defRPr>
            </a:lvl3pPr>
            <a:lvl4pPr marL="353598" indent="0">
              <a:buNone/>
              <a:defRPr sz="412">
                <a:solidFill>
                  <a:schemeClr val="tx1">
                    <a:tint val="75000"/>
                  </a:schemeClr>
                </a:solidFill>
              </a:defRPr>
            </a:lvl4pPr>
            <a:lvl5pPr marL="471465" indent="0">
              <a:buNone/>
              <a:defRPr sz="412">
                <a:solidFill>
                  <a:schemeClr val="tx1">
                    <a:tint val="75000"/>
                  </a:schemeClr>
                </a:solidFill>
              </a:defRPr>
            </a:lvl5pPr>
            <a:lvl6pPr marL="589331" indent="0">
              <a:buNone/>
              <a:defRPr sz="412">
                <a:solidFill>
                  <a:schemeClr val="tx1">
                    <a:tint val="75000"/>
                  </a:schemeClr>
                </a:solidFill>
              </a:defRPr>
            </a:lvl6pPr>
            <a:lvl7pPr marL="707197" indent="0">
              <a:buNone/>
              <a:defRPr sz="412">
                <a:solidFill>
                  <a:schemeClr val="tx1">
                    <a:tint val="75000"/>
                  </a:schemeClr>
                </a:solidFill>
              </a:defRPr>
            </a:lvl7pPr>
            <a:lvl8pPr marL="825063" indent="0">
              <a:buNone/>
              <a:defRPr sz="412">
                <a:solidFill>
                  <a:schemeClr val="tx1">
                    <a:tint val="75000"/>
                  </a:schemeClr>
                </a:solidFill>
              </a:defRPr>
            </a:lvl8pPr>
            <a:lvl9pPr marL="942929" indent="0">
              <a:buNone/>
              <a:defRPr sz="4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9334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6099" y="507118"/>
            <a:ext cx="1335881" cy="120870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1270" y="507118"/>
            <a:ext cx="1335881" cy="120870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749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508" y="101424"/>
            <a:ext cx="2711053" cy="368212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08" y="466990"/>
            <a:ext cx="1329742" cy="228864"/>
          </a:xfrm>
        </p:spPr>
        <p:txBody>
          <a:bodyPr anchor="b"/>
          <a:lstStyle>
            <a:lvl1pPr marL="0" indent="0">
              <a:buNone/>
              <a:defRPr sz="619" b="1"/>
            </a:lvl1pPr>
            <a:lvl2pPr marL="117866" indent="0">
              <a:buNone/>
              <a:defRPr sz="516" b="1"/>
            </a:lvl2pPr>
            <a:lvl3pPr marL="235732" indent="0">
              <a:buNone/>
              <a:defRPr sz="464" b="1"/>
            </a:lvl3pPr>
            <a:lvl4pPr marL="353598" indent="0">
              <a:buNone/>
              <a:defRPr sz="412" b="1"/>
            </a:lvl4pPr>
            <a:lvl5pPr marL="471465" indent="0">
              <a:buNone/>
              <a:defRPr sz="412" b="1"/>
            </a:lvl5pPr>
            <a:lvl6pPr marL="589331" indent="0">
              <a:buNone/>
              <a:defRPr sz="412" b="1"/>
            </a:lvl6pPr>
            <a:lvl7pPr marL="707197" indent="0">
              <a:buNone/>
              <a:defRPr sz="412" b="1"/>
            </a:lvl7pPr>
            <a:lvl8pPr marL="825063" indent="0">
              <a:buNone/>
              <a:defRPr sz="412" b="1"/>
            </a:lvl8pPr>
            <a:lvl9pPr marL="942929" indent="0">
              <a:buNone/>
              <a:defRPr sz="41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508" y="695854"/>
            <a:ext cx="1329742" cy="102349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91270" y="466990"/>
            <a:ext cx="1336291" cy="228864"/>
          </a:xfrm>
        </p:spPr>
        <p:txBody>
          <a:bodyPr anchor="b"/>
          <a:lstStyle>
            <a:lvl1pPr marL="0" indent="0">
              <a:buNone/>
              <a:defRPr sz="619" b="1"/>
            </a:lvl1pPr>
            <a:lvl2pPr marL="117866" indent="0">
              <a:buNone/>
              <a:defRPr sz="516" b="1"/>
            </a:lvl2pPr>
            <a:lvl3pPr marL="235732" indent="0">
              <a:buNone/>
              <a:defRPr sz="464" b="1"/>
            </a:lvl3pPr>
            <a:lvl4pPr marL="353598" indent="0">
              <a:buNone/>
              <a:defRPr sz="412" b="1"/>
            </a:lvl4pPr>
            <a:lvl5pPr marL="471465" indent="0">
              <a:buNone/>
              <a:defRPr sz="412" b="1"/>
            </a:lvl5pPr>
            <a:lvl6pPr marL="589331" indent="0">
              <a:buNone/>
              <a:defRPr sz="412" b="1"/>
            </a:lvl6pPr>
            <a:lvl7pPr marL="707197" indent="0">
              <a:buNone/>
              <a:defRPr sz="412" b="1"/>
            </a:lvl7pPr>
            <a:lvl8pPr marL="825063" indent="0">
              <a:buNone/>
              <a:defRPr sz="412" b="1"/>
            </a:lvl8pPr>
            <a:lvl9pPr marL="942929" indent="0">
              <a:buNone/>
              <a:defRPr sz="41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91270" y="695854"/>
            <a:ext cx="1336291" cy="102349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416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324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536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508" y="127000"/>
            <a:ext cx="1013780" cy="444500"/>
          </a:xfrm>
        </p:spPr>
        <p:txBody>
          <a:bodyPr anchor="b"/>
          <a:lstStyle>
            <a:lvl1pPr>
              <a:defRPr sz="825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6291" y="274285"/>
            <a:ext cx="1591270" cy="1353785"/>
          </a:xfrm>
        </p:spPr>
        <p:txBody>
          <a:bodyPr/>
          <a:lstStyle>
            <a:lvl1pPr>
              <a:defRPr sz="825"/>
            </a:lvl1pPr>
            <a:lvl2pPr>
              <a:defRPr sz="722"/>
            </a:lvl2pPr>
            <a:lvl3pPr>
              <a:defRPr sz="619"/>
            </a:lvl3pPr>
            <a:lvl4pPr>
              <a:defRPr sz="516"/>
            </a:lvl4pPr>
            <a:lvl5pPr>
              <a:defRPr sz="516"/>
            </a:lvl5pPr>
            <a:lvl6pPr>
              <a:defRPr sz="516"/>
            </a:lvl6pPr>
            <a:lvl7pPr>
              <a:defRPr sz="516"/>
            </a:lvl7pPr>
            <a:lvl8pPr>
              <a:defRPr sz="516"/>
            </a:lvl8pPr>
            <a:lvl9pPr>
              <a:defRPr sz="516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508" y="571500"/>
            <a:ext cx="1013780" cy="1058774"/>
          </a:xfrm>
        </p:spPr>
        <p:txBody>
          <a:bodyPr/>
          <a:lstStyle>
            <a:lvl1pPr marL="0" indent="0">
              <a:buNone/>
              <a:defRPr sz="412"/>
            </a:lvl1pPr>
            <a:lvl2pPr marL="117866" indent="0">
              <a:buNone/>
              <a:defRPr sz="361"/>
            </a:lvl2pPr>
            <a:lvl3pPr marL="235732" indent="0">
              <a:buNone/>
              <a:defRPr sz="309"/>
            </a:lvl3pPr>
            <a:lvl4pPr marL="353598" indent="0">
              <a:buNone/>
              <a:defRPr sz="258"/>
            </a:lvl4pPr>
            <a:lvl5pPr marL="471465" indent="0">
              <a:buNone/>
              <a:defRPr sz="258"/>
            </a:lvl5pPr>
            <a:lvl6pPr marL="589331" indent="0">
              <a:buNone/>
              <a:defRPr sz="258"/>
            </a:lvl6pPr>
            <a:lvl7pPr marL="707197" indent="0">
              <a:buNone/>
              <a:defRPr sz="258"/>
            </a:lvl7pPr>
            <a:lvl8pPr marL="825063" indent="0">
              <a:buNone/>
              <a:defRPr sz="258"/>
            </a:lvl8pPr>
            <a:lvl9pPr marL="942929" indent="0">
              <a:buNone/>
              <a:defRPr sz="258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5505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508" y="127000"/>
            <a:ext cx="1013780" cy="444500"/>
          </a:xfrm>
        </p:spPr>
        <p:txBody>
          <a:bodyPr anchor="b"/>
          <a:lstStyle>
            <a:lvl1pPr>
              <a:defRPr sz="825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36291" y="274285"/>
            <a:ext cx="1591270" cy="1353785"/>
          </a:xfrm>
        </p:spPr>
        <p:txBody>
          <a:bodyPr anchor="t"/>
          <a:lstStyle>
            <a:lvl1pPr marL="0" indent="0">
              <a:buNone/>
              <a:defRPr sz="825"/>
            </a:lvl1pPr>
            <a:lvl2pPr marL="117866" indent="0">
              <a:buNone/>
              <a:defRPr sz="722"/>
            </a:lvl2pPr>
            <a:lvl3pPr marL="235732" indent="0">
              <a:buNone/>
              <a:defRPr sz="619"/>
            </a:lvl3pPr>
            <a:lvl4pPr marL="353598" indent="0">
              <a:buNone/>
              <a:defRPr sz="516"/>
            </a:lvl4pPr>
            <a:lvl5pPr marL="471465" indent="0">
              <a:buNone/>
              <a:defRPr sz="516"/>
            </a:lvl5pPr>
            <a:lvl6pPr marL="589331" indent="0">
              <a:buNone/>
              <a:defRPr sz="516"/>
            </a:lvl6pPr>
            <a:lvl7pPr marL="707197" indent="0">
              <a:buNone/>
              <a:defRPr sz="516"/>
            </a:lvl7pPr>
            <a:lvl8pPr marL="825063" indent="0">
              <a:buNone/>
              <a:defRPr sz="516"/>
            </a:lvl8pPr>
            <a:lvl9pPr marL="942929" indent="0">
              <a:buNone/>
              <a:defRPr sz="516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508" y="571500"/>
            <a:ext cx="1013780" cy="1058774"/>
          </a:xfrm>
        </p:spPr>
        <p:txBody>
          <a:bodyPr/>
          <a:lstStyle>
            <a:lvl1pPr marL="0" indent="0">
              <a:buNone/>
              <a:defRPr sz="412"/>
            </a:lvl1pPr>
            <a:lvl2pPr marL="117866" indent="0">
              <a:buNone/>
              <a:defRPr sz="361"/>
            </a:lvl2pPr>
            <a:lvl3pPr marL="235732" indent="0">
              <a:buNone/>
              <a:defRPr sz="309"/>
            </a:lvl3pPr>
            <a:lvl4pPr marL="353598" indent="0">
              <a:buNone/>
              <a:defRPr sz="258"/>
            </a:lvl4pPr>
            <a:lvl5pPr marL="471465" indent="0">
              <a:buNone/>
              <a:defRPr sz="258"/>
            </a:lvl5pPr>
            <a:lvl6pPr marL="589331" indent="0">
              <a:buNone/>
              <a:defRPr sz="258"/>
            </a:lvl6pPr>
            <a:lvl7pPr marL="707197" indent="0">
              <a:buNone/>
              <a:defRPr sz="258"/>
            </a:lvl7pPr>
            <a:lvl8pPr marL="825063" indent="0">
              <a:buNone/>
              <a:defRPr sz="258"/>
            </a:lvl8pPr>
            <a:lvl9pPr marL="942929" indent="0">
              <a:buNone/>
              <a:defRPr sz="258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912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2985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49388" y="101424"/>
            <a:ext cx="677763" cy="161439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6099" y="101424"/>
            <a:ext cx="1993999" cy="161439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526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6099" y="101424"/>
            <a:ext cx="2711053" cy="368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099" y="507118"/>
            <a:ext cx="2711053" cy="1208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6099" y="1765653"/>
            <a:ext cx="707231" cy="101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B1C88-8D5E-42B8-8FF4-DCA24633ED80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41202" y="1765653"/>
            <a:ext cx="1060847" cy="101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19920" y="1765653"/>
            <a:ext cx="707231" cy="101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160D0-FFFA-4909-B101-0B24FE2328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5832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35732" rtl="1" eaLnBrk="1" latinLnBrk="0" hangingPunct="1">
        <a:lnSpc>
          <a:spcPct val="90000"/>
        </a:lnSpc>
        <a:spcBef>
          <a:spcPct val="0"/>
        </a:spcBef>
        <a:buNone/>
        <a:defRPr sz="11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933" indent="-58933" algn="r" defTabSz="235732" rtl="1" eaLnBrk="1" latinLnBrk="0" hangingPunct="1">
        <a:lnSpc>
          <a:spcPct val="90000"/>
        </a:lnSpc>
        <a:spcBef>
          <a:spcPts val="258"/>
        </a:spcBef>
        <a:buFont typeface="Arial" panose="020B0604020202020204" pitchFamily="34" charset="0"/>
        <a:buChar char="•"/>
        <a:defRPr sz="722" kern="1200">
          <a:solidFill>
            <a:schemeClr val="tx1"/>
          </a:solidFill>
          <a:latin typeface="+mn-lt"/>
          <a:ea typeface="+mn-ea"/>
          <a:cs typeface="+mn-cs"/>
        </a:defRPr>
      </a:lvl1pPr>
      <a:lvl2pPr marL="176799" indent="-58933" algn="r" defTabSz="235732" rtl="1" eaLnBrk="1" latinLnBrk="0" hangingPunct="1">
        <a:lnSpc>
          <a:spcPct val="90000"/>
        </a:lnSpc>
        <a:spcBef>
          <a:spcPts val="129"/>
        </a:spcBef>
        <a:buFont typeface="Arial" panose="020B0604020202020204" pitchFamily="34" charset="0"/>
        <a:buChar char="•"/>
        <a:defRPr sz="619" kern="1200">
          <a:solidFill>
            <a:schemeClr val="tx1"/>
          </a:solidFill>
          <a:latin typeface="+mn-lt"/>
          <a:ea typeface="+mn-ea"/>
          <a:cs typeface="+mn-cs"/>
        </a:defRPr>
      </a:lvl2pPr>
      <a:lvl3pPr marL="294665" indent="-58933" algn="r" defTabSz="235732" rtl="1" eaLnBrk="1" latinLnBrk="0" hangingPunct="1">
        <a:lnSpc>
          <a:spcPct val="90000"/>
        </a:lnSpc>
        <a:spcBef>
          <a:spcPts val="129"/>
        </a:spcBef>
        <a:buFont typeface="Arial" panose="020B0604020202020204" pitchFamily="34" charset="0"/>
        <a:buChar char="•"/>
        <a:defRPr sz="516" kern="1200">
          <a:solidFill>
            <a:schemeClr val="tx1"/>
          </a:solidFill>
          <a:latin typeface="+mn-lt"/>
          <a:ea typeface="+mn-ea"/>
          <a:cs typeface="+mn-cs"/>
        </a:defRPr>
      </a:lvl3pPr>
      <a:lvl4pPr marL="412532" indent="-58933" algn="r" defTabSz="235732" rtl="1" eaLnBrk="1" latinLnBrk="0" hangingPunct="1">
        <a:lnSpc>
          <a:spcPct val="90000"/>
        </a:lnSpc>
        <a:spcBef>
          <a:spcPts val="129"/>
        </a:spcBef>
        <a:buFont typeface="Arial" panose="020B0604020202020204" pitchFamily="34" charset="0"/>
        <a:buChar char="•"/>
        <a:defRPr sz="464" kern="1200">
          <a:solidFill>
            <a:schemeClr val="tx1"/>
          </a:solidFill>
          <a:latin typeface="+mn-lt"/>
          <a:ea typeface="+mn-ea"/>
          <a:cs typeface="+mn-cs"/>
        </a:defRPr>
      </a:lvl4pPr>
      <a:lvl5pPr marL="530398" indent="-58933" algn="r" defTabSz="235732" rtl="1" eaLnBrk="1" latinLnBrk="0" hangingPunct="1">
        <a:lnSpc>
          <a:spcPct val="90000"/>
        </a:lnSpc>
        <a:spcBef>
          <a:spcPts val="129"/>
        </a:spcBef>
        <a:buFont typeface="Arial" panose="020B0604020202020204" pitchFamily="34" charset="0"/>
        <a:buChar char="•"/>
        <a:defRPr sz="464" kern="1200">
          <a:solidFill>
            <a:schemeClr val="tx1"/>
          </a:solidFill>
          <a:latin typeface="+mn-lt"/>
          <a:ea typeface="+mn-ea"/>
          <a:cs typeface="+mn-cs"/>
        </a:defRPr>
      </a:lvl5pPr>
      <a:lvl6pPr marL="648264" indent="-58933" algn="r" defTabSz="235732" rtl="1" eaLnBrk="1" latinLnBrk="0" hangingPunct="1">
        <a:lnSpc>
          <a:spcPct val="90000"/>
        </a:lnSpc>
        <a:spcBef>
          <a:spcPts val="129"/>
        </a:spcBef>
        <a:buFont typeface="Arial" panose="020B0604020202020204" pitchFamily="34" charset="0"/>
        <a:buChar char="•"/>
        <a:defRPr sz="464" kern="1200">
          <a:solidFill>
            <a:schemeClr val="tx1"/>
          </a:solidFill>
          <a:latin typeface="+mn-lt"/>
          <a:ea typeface="+mn-ea"/>
          <a:cs typeface="+mn-cs"/>
        </a:defRPr>
      </a:lvl6pPr>
      <a:lvl7pPr marL="766130" indent="-58933" algn="r" defTabSz="235732" rtl="1" eaLnBrk="1" latinLnBrk="0" hangingPunct="1">
        <a:lnSpc>
          <a:spcPct val="90000"/>
        </a:lnSpc>
        <a:spcBef>
          <a:spcPts val="129"/>
        </a:spcBef>
        <a:buFont typeface="Arial" panose="020B0604020202020204" pitchFamily="34" charset="0"/>
        <a:buChar char="•"/>
        <a:defRPr sz="464" kern="1200">
          <a:solidFill>
            <a:schemeClr val="tx1"/>
          </a:solidFill>
          <a:latin typeface="+mn-lt"/>
          <a:ea typeface="+mn-ea"/>
          <a:cs typeface="+mn-cs"/>
        </a:defRPr>
      </a:lvl7pPr>
      <a:lvl8pPr marL="883996" indent="-58933" algn="r" defTabSz="235732" rtl="1" eaLnBrk="1" latinLnBrk="0" hangingPunct="1">
        <a:lnSpc>
          <a:spcPct val="90000"/>
        </a:lnSpc>
        <a:spcBef>
          <a:spcPts val="129"/>
        </a:spcBef>
        <a:buFont typeface="Arial" panose="020B0604020202020204" pitchFamily="34" charset="0"/>
        <a:buChar char="•"/>
        <a:defRPr sz="464" kern="1200">
          <a:solidFill>
            <a:schemeClr val="tx1"/>
          </a:solidFill>
          <a:latin typeface="+mn-lt"/>
          <a:ea typeface="+mn-ea"/>
          <a:cs typeface="+mn-cs"/>
        </a:defRPr>
      </a:lvl8pPr>
      <a:lvl9pPr marL="1001862" indent="-58933" algn="r" defTabSz="235732" rtl="1" eaLnBrk="1" latinLnBrk="0" hangingPunct="1">
        <a:lnSpc>
          <a:spcPct val="90000"/>
        </a:lnSpc>
        <a:spcBef>
          <a:spcPts val="129"/>
        </a:spcBef>
        <a:buFont typeface="Arial" panose="020B0604020202020204" pitchFamily="34" charset="0"/>
        <a:buChar char="•"/>
        <a:defRPr sz="4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235732" rtl="1" eaLnBrk="1" latinLnBrk="0" hangingPunct="1">
        <a:defRPr sz="464" kern="1200">
          <a:solidFill>
            <a:schemeClr val="tx1"/>
          </a:solidFill>
          <a:latin typeface="+mn-lt"/>
          <a:ea typeface="+mn-ea"/>
          <a:cs typeface="+mn-cs"/>
        </a:defRPr>
      </a:lvl1pPr>
      <a:lvl2pPr marL="117866" algn="r" defTabSz="235732" rtl="1" eaLnBrk="1" latinLnBrk="0" hangingPunct="1">
        <a:defRPr sz="464" kern="1200">
          <a:solidFill>
            <a:schemeClr val="tx1"/>
          </a:solidFill>
          <a:latin typeface="+mn-lt"/>
          <a:ea typeface="+mn-ea"/>
          <a:cs typeface="+mn-cs"/>
        </a:defRPr>
      </a:lvl2pPr>
      <a:lvl3pPr marL="235732" algn="r" defTabSz="235732" rtl="1" eaLnBrk="1" latinLnBrk="0" hangingPunct="1">
        <a:defRPr sz="464" kern="1200">
          <a:solidFill>
            <a:schemeClr val="tx1"/>
          </a:solidFill>
          <a:latin typeface="+mn-lt"/>
          <a:ea typeface="+mn-ea"/>
          <a:cs typeface="+mn-cs"/>
        </a:defRPr>
      </a:lvl3pPr>
      <a:lvl4pPr marL="353598" algn="r" defTabSz="235732" rtl="1" eaLnBrk="1" latinLnBrk="0" hangingPunct="1">
        <a:defRPr sz="464" kern="1200">
          <a:solidFill>
            <a:schemeClr val="tx1"/>
          </a:solidFill>
          <a:latin typeface="+mn-lt"/>
          <a:ea typeface="+mn-ea"/>
          <a:cs typeface="+mn-cs"/>
        </a:defRPr>
      </a:lvl4pPr>
      <a:lvl5pPr marL="471465" algn="r" defTabSz="235732" rtl="1" eaLnBrk="1" latinLnBrk="0" hangingPunct="1">
        <a:defRPr sz="464" kern="1200">
          <a:solidFill>
            <a:schemeClr val="tx1"/>
          </a:solidFill>
          <a:latin typeface="+mn-lt"/>
          <a:ea typeface="+mn-ea"/>
          <a:cs typeface="+mn-cs"/>
        </a:defRPr>
      </a:lvl5pPr>
      <a:lvl6pPr marL="589331" algn="r" defTabSz="235732" rtl="1" eaLnBrk="1" latinLnBrk="0" hangingPunct="1">
        <a:defRPr sz="464" kern="1200">
          <a:solidFill>
            <a:schemeClr val="tx1"/>
          </a:solidFill>
          <a:latin typeface="+mn-lt"/>
          <a:ea typeface="+mn-ea"/>
          <a:cs typeface="+mn-cs"/>
        </a:defRPr>
      </a:lvl6pPr>
      <a:lvl7pPr marL="707197" algn="r" defTabSz="235732" rtl="1" eaLnBrk="1" latinLnBrk="0" hangingPunct="1">
        <a:defRPr sz="464" kern="1200">
          <a:solidFill>
            <a:schemeClr val="tx1"/>
          </a:solidFill>
          <a:latin typeface="+mn-lt"/>
          <a:ea typeface="+mn-ea"/>
          <a:cs typeface="+mn-cs"/>
        </a:defRPr>
      </a:lvl7pPr>
      <a:lvl8pPr marL="825063" algn="r" defTabSz="235732" rtl="1" eaLnBrk="1" latinLnBrk="0" hangingPunct="1">
        <a:defRPr sz="464" kern="1200">
          <a:solidFill>
            <a:schemeClr val="tx1"/>
          </a:solidFill>
          <a:latin typeface="+mn-lt"/>
          <a:ea typeface="+mn-ea"/>
          <a:cs typeface="+mn-cs"/>
        </a:defRPr>
      </a:lvl8pPr>
      <a:lvl9pPr marL="942929" algn="r" defTabSz="235732" rtl="1" eaLnBrk="1" latinLnBrk="0" hangingPunct="1">
        <a:defRPr sz="4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0B1F3E2E-9B79-F3CB-252F-A7C3C72CB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19125" y="-619125"/>
            <a:ext cx="1905001" cy="3143253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7B4B6DFE-6EC1-931B-C5F6-3495952EE03B}"/>
              </a:ext>
            </a:extLst>
          </p:cNvPr>
          <p:cNvSpPr txBox="1"/>
          <p:nvPr/>
        </p:nvSpPr>
        <p:spPr>
          <a:xfrm>
            <a:off x="83795" y="1505810"/>
            <a:ext cx="24109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1600" b="1" dirty="0"/>
              <a:t>1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F46032B6-2628-977D-F5F7-9275D9D3634F}"/>
              </a:ext>
            </a:extLst>
          </p:cNvPr>
          <p:cNvSpPr txBox="1"/>
          <p:nvPr/>
        </p:nvSpPr>
        <p:spPr>
          <a:xfrm>
            <a:off x="2710857" y="367523"/>
            <a:ext cx="24109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1600" b="1" dirty="0"/>
              <a:t>2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5F71E52-1161-8ECB-A101-DE7BDBEF2BBA}"/>
              </a:ext>
            </a:extLst>
          </p:cNvPr>
          <p:cNvSpPr txBox="1"/>
          <p:nvPr/>
        </p:nvSpPr>
        <p:spPr>
          <a:xfrm>
            <a:off x="2857866" y="1560566"/>
            <a:ext cx="24109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16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370705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</TotalTime>
  <Words>3</Words>
  <Application>Microsoft Office PowerPoint</Application>
  <PresentationFormat>מותאם אישית</PresentationFormat>
  <Paragraphs>3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Sraya</dc:creator>
  <cp:lastModifiedBy>Sraya</cp:lastModifiedBy>
  <cp:revision>3</cp:revision>
  <dcterms:created xsi:type="dcterms:W3CDTF">2023-08-31T14:35:50Z</dcterms:created>
  <dcterms:modified xsi:type="dcterms:W3CDTF">2023-08-31T14:41:43Z</dcterms:modified>
</cp:coreProperties>
</file>