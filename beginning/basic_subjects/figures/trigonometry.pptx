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900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767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ADB19-5C09-4FE1-AE68-3E585396BF12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60488" y="1143000"/>
            <a:ext cx="4137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7CF33-A958-415C-B3BD-D36F24A1D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7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7CF33-A958-415C-B3BD-D36F24A1D4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1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51A3-DDAE-5BEA-602C-65A30EC4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512CA-E68B-2775-F2E4-B86AB3034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61C98-5081-7F65-981C-F5F2A84C7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C29F-13ED-6DCA-D016-57D451BA7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7CF33-A958-415C-B3BD-D36F24A1D4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7198-3980-8775-47CE-2019B0A8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8E13B-58DE-603B-92E4-AFA2ACE06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9861E-1353-A879-6230-88FA6976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208D-FE45-4B28-FE06-EA17876EF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7CF33-A958-415C-B3BD-D36F24A1D4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6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9253" y="1122363"/>
            <a:ext cx="781153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8755" y="3602038"/>
            <a:ext cx="689252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6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6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029" y="1709740"/>
            <a:ext cx="79264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029" y="4589465"/>
            <a:ext cx="79264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815" y="1825625"/>
            <a:ext cx="390576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457" y="1825625"/>
            <a:ext cx="390576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7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12" y="365127"/>
            <a:ext cx="792640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013" y="1681163"/>
            <a:ext cx="38878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013" y="2505075"/>
            <a:ext cx="38878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2457" y="1681163"/>
            <a:ext cx="39069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457" y="2505075"/>
            <a:ext cx="390696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7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6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0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12" y="457200"/>
            <a:ext cx="29640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963" y="987427"/>
            <a:ext cx="465245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3012" y="2057400"/>
            <a:ext cx="29640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3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12" y="457200"/>
            <a:ext cx="29640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06963" y="987427"/>
            <a:ext cx="4652457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3012" y="2057400"/>
            <a:ext cx="29640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3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4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6621" y="365125"/>
            <a:ext cx="198160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816" y="365125"/>
            <a:ext cx="582993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6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815" y="365127"/>
            <a:ext cx="79264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815" y="1825625"/>
            <a:ext cx="79264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815" y="6356352"/>
            <a:ext cx="20677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1C687-605E-46E0-8083-30DA0EE4F9F7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4200" y="6356352"/>
            <a:ext cx="3101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90464" y="6356352"/>
            <a:ext cx="20677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0C39C-741F-4147-842A-FA80BD5AC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1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D88042A-E30F-62BA-FD56-BB558AEA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15" r="27249"/>
          <a:stretch/>
        </p:blipFill>
        <p:spPr>
          <a:xfrm>
            <a:off x="1" y="0"/>
            <a:ext cx="919003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4A930E-55DE-2FF6-130B-7C39EFB63587}"/>
              </a:ext>
            </a:extLst>
          </p:cNvPr>
          <p:cNvSpPr txBox="1"/>
          <p:nvPr/>
        </p:nvSpPr>
        <p:spPr>
          <a:xfrm>
            <a:off x="3164439" y="144865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D4FF9-ED4E-383A-4FAC-6309D35AE441}"/>
              </a:ext>
            </a:extLst>
          </p:cNvPr>
          <p:cNvSpPr txBox="1"/>
          <p:nvPr/>
        </p:nvSpPr>
        <p:spPr>
          <a:xfrm>
            <a:off x="5895644" y="34914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306C87F-DA1D-A165-FA5D-AF2837A3BE95}"/>
              </a:ext>
            </a:extLst>
          </p:cNvPr>
          <p:cNvSpPr>
            <a:spLocks noChangeAspect="1"/>
          </p:cNvSpPr>
          <p:nvPr/>
        </p:nvSpPr>
        <p:spPr>
          <a:xfrm>
            <a:off x="2416844" y="2446739"/>
            <a:ext cx="2131201" cy="2130604"/>
          </a:xfrm>
          <a:prstGeom prst="arc">
            <a:avLst>
              <a:gd name="adj1" fmla="val 19486860"/>
              <a:gd name="adj2" fmla="val 21594347"/>
            </a:avLst>
          </a:prstGeom>
          <a:solidFill>
            <a:srgbClr val="FF6767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6B741-9836-055E-6221-D6C74A22FA6E}"/>
              </a:ext>
            </a:extLst>
          </p:cNvPr>
          <p:cNvSpPr txBox="1"/>
          <p:nvPr/>
        </p:nvSpPr>
        <p:spPr>
          <a:xfrm>
            <a:off x="4027212" y="305024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endParaRPr lang="en-US" sz="2400" i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06EF08-F525-C85A-C158-525B1F30518B}"/>
                  </a:ext>
                </a:extLst>
              </p:cNvPr>
              <p:cNvSpPr txBox="1"/>
              <p:nvPr/>
            </p:nvSpPr>
            <p:spPr>
              <a:xfrm>
                <a:off x="4274469" y="3820080"/>
                <a:ext cx="94737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06EF08-F525-C85A-C158-525B1F305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69" y="3820080"/>
                <a:ext cx="947375" cy="369332"/>
              </a:xfrm>
              <a:prstGeom prst="rect">
                <a:avLst/>
              </a:prstGeom>
              <a:blipFill>
                <a:blip r:embed="rId3"/>
                <a:stretch>
                  <a:fillRect l="-3205"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D3A24FDE-6CD2-BF22-1B2B-2433780AB052}"/>
              </a:ext>
            </a:extLst>
          </p:cNvPr>
          <p:cNvSpPr/>
          <p:nvPr/>
        </p:nvSpPr>
        <p:spPr>
          <a:xfrm flipH="1">
            <a:off x="3091966" y="1755860"/>
            <a:ext cx="335347" cy="1756048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7812CB8-6D87-C672-2276-F4666DF8294A}"/>
              </a:ext>
            </a:extLst>
          </p:cNvPr>
          <p:cNvSpPr/>
          <p:nvPr/>
        </p:nvSpPr>
        <p:spPr>
          <a:xfrm rot="16200000" flipH="1">
            <a:off x="4503933" y="2455839"/>
            <a:ext cx="356190" cy="2468332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7CB875-F7A6-6324-C040-E23D723AF992}"/>
                  </a:ext>
                </a:extLst>
              </p:cNvPr>
              <p:cNvSpPr txBox="1"/>
              <p:nvPr/>
            </p:nvSpPr>
            <p:spPr>
              <a:xfrm>
                <a:off x="2187871" y="2446739"/>
                <a:ext cx="904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7CB875-F7A6-6324-C040-E23D723AF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71" y="2446739"/>
                <a:ext cx="904094" cy="369332"/>
              </a:xfrm>
              <a:prstGeom prst="rect">
                <a:avLst/>
              </a:prstGeom>
              <a:blipFill>
                <a:blip r:embed="rId4"/>
                <a:stretch>
                  <a:fillRect l="-6757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FF265F15-308F-8084-9B6A-FF6369641E2C}"/>
              </a:ext>
            </a:extLst>
          </p:cNvPr>
          <p:cNvSpPr/>
          <p:nvPr/>
        </p:nvSpPr>
        <p:spPr>
          <a:xfrm rot="3283070" flipH="1">
            <a:off x="4428513" y="978795"/>
            <a:ext cx="309653" cy="3046427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7892C2-D6C1-0A25-B741-D857BCE369BA}"/>
                  </a:ext>
                </a:extLst>
              </p:cNvPr>
              <p:cNvSpPr txBox="1"/>
              <p:nvPr/>
            </p:nvSpPr>
            <p:spPr>
              <a:xfrm rot="19350593">
                <a:off x="4291011" y="200363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7892C2-D6C1-0A25-B741-D857BCE3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50593">
                <a:off x="4291011" y="2003636"/>
                <a:ext cx="246862" cy="369332"/>
              </a:xfrm>
              <a:prstGeom prst="rect">
                <a:avLst/>
              </a:prstGeom>
              <a:blipFill>
                <a:blip r:embed="rId5"/>
                <a:stretch>
                  <a:fillRect l="-7143" t="-2703" r="-15714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C9433D3-2796-1169-DBEF-9A516C693734}"/>
              </a:ext>
            </a:extLst>
          </p:cNvPr>
          <p:cNvSpPr txBox="1"/>
          <p:nvPr/>
        </p:nvSpPr>
        <p:spPr>
          <a:xfrm>
            <a:off x="6003415" y="15711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CC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9557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2D98-3FFE-8360-0E27-C44C89D5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96137F9-6DD9-BB89-B02B-EE3B1B0FD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5" r="27234"/>
          <a:stretch/>
        </p:blipFill>
        <p:spPr>
          <a:xfrm>
            <a:off x="0" y="2037"/>
            <a:ext cx="9190038" cy="6855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7C7281-EE78-3D44-9D9B-3DFFDB422593}"/>
              </a:ext>
            </a:extLst>
          </p:cNvPr>
          <p:cNvSpPr txBox="1"/>
          <p:nvPr/>
        </p:nvSpPr>
        <p:spPr>
          <a:xfrm>
            <a:off x="6452444" y="9080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43FDF-D62D-2331-2AD7-9EF6E4465750}"/>
              </a:ext>
            </a:extLst>
          </p:cNvPr>
          <p:cNvSpPr txBox="1"/>
          <p:nvPr/>
        </p:nvSpPr>
        <p:spPr>
          <a:xfrm>
            <a:off x="6003415" y="15711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1BB061B8-78C9-6D7B-BA3C-81C4C4DF7A55}"/>
              </a:ext>
            </a:extLst>
          </p:cNvPr>
          <p:cNvSpPr>
            <a:spLocks noChangeAspect="1"/>
          </p:cNvSpPr>
          <p:nvPr/>
        </p:nvSpPr>
        <p:spPr>
          <a:xfrm>
            <a:off x="2416844" y="2446739"/>
            <a:ext cx="2131201" cy="2130604"/>
          </a:xfrm>
          <a:prstGeom prst="arc">
            <a:avLst>
              <a:gd name="adj1" fmla="val 19486860"/>
              <a:gd name="adj2" fmla="val 21594347"/>
            </a:avLst>
          </a:prstGeom>
          <a:solidFill>
            <a:srgbClr val="FF6767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959BA-272A-08C9-24EC-FB8FE324B804}"/>
              </a:ext>
            </a:extLst>
          </p:cNvPr>
          <p:cNvSpPr txBox="1"/>
          <p:nvPr/>
        </p:nvSpPr>
        <p:spPr>
          <a:xfrm>
            <a:off x="4027212" y="305024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endParaRPr lang="en-US" sz="2400" i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9FAA49-BA33-9031-6F23-84B75D1484CE}"/>
                  </a:ext>
                </a:extLst>
              </p:cNvPr>
              <p:cNvSpPr txBox="1"/>
              <p:nvPr/>
            </p:nvSpPr>
            <p:spPr>
              <a:xfrm>
                <a:off x="4848271" y="3833394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9FAA49-BA33-9031-6F23-84B75D148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271" y="3833394"/>
                <a:ext cx="246862" cy="369332"/>
              </a:xfrm>
              <a:prstGeom prst="rect">
                <a:avLst/>
              </a:prstGeom>
              <a:blipFill>
                <a:blip r:embed="rId4"/>
                <a:stretch>
                  <a:fillRect l="-26829" r="-2682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69D3029E-BD92-E872-E968-3995A6DEC3F1}"/>
              </a:ext>
            </a:extLst>
          </p:cNvPr>
          <p:cNvSpPr/>
          <p:nvPr/>
        </p:nvSpPr>
        <p:spPr>
          <a:xfrm rot="16200000" flipH="1">
            <a:off x="4814758" y="2187315"/>
            <a:ext cx="313888" cy="3047681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5C6E201-AD4D-646C-768E-C48839D9B145}"/>
              </a:ext>
            </a:extLst>
          </p:cNvPr>
          <p:cNvSpPr/>
          <p:nvPr/>
        </p:nvSpPr>
        <p:spPr>
          <a:xfrm>
            <a:off x="6495544" y="1339059"/>
            <a:ext cx="358559" cy="2172982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569490-B341-98FA-DE18-2C87A20485A4}"/>
                  </a:ext>
                </a:extLst>
              </p:cNvPr>
              <p:cNvSpPr txBox="1"/>
              <p:nvPr/>
            </p:nvSpPr>
            <p:spPr>
              <a:xfrm>
                <a:off x="6853951" y="2199788"/>
                <a:ext cx="9409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569490-B341-98FA-DE18-2C87A2048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951" y="2199788"/>
                <a:ext cx="940963" cy="369332"/>
              </a:xfrm>
              <a:prstGeom prst="rect">
                <a:avLst/>
              </a:prstGeom>
              <a:blipFill>
                <a:blip r:embed="rId5"/>
                <a:stretch>
                  <a:fillRect l="-516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3E94650E-41C2-ADCA-D1A9-99C55803C6FD}"/>
              </a:ext>
            </a:extLst>
          </p:cNvPr>
          <p:cNvSpPr/>
          <p:nvPr/>
        </p:nvSpPr>
        <p:spPr>
          <a:xfrm rot="3283070" flipH="1">
            <a:off x="4738044" y="410732"/>
            <a:ext cx="290489" cy="3769697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F2BA68-783E-FD56-0FAE-2124F7AE5B6D}"/>
                  </a:ext>
                </a:extLst>
              </p:cNvPr>
              <p:cNvSpPr txBox="1"/>
              <p:nvPr/>
            </p:nvSpPr>
            <p:spPr>
              <a:xfrm rot="19350593">
                <a:off x="3947167" y="2003636"/>
                <a:ext cx="9345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F2BA68-783E-FD56-0FAE-2124F7AE5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50593">
                <a:off x="3947167" y="2003636"/>
                <a:ext cx="934551" cy="369332"/>
              </a:xfrm>
              <a:prstGeom prst="rect">
                <a:avLst/>
              </a:prstGeom>
              <a:blipFill>
                <a:blip r:embed="rId6"/>
                <a:stretch>
                  <a:fillRect b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EADD-9548-DF88-353F-1BB595AC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99C74AB-6817-D6E5-BBC9-EB5AA2D80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92" r="27257"/>
          <a:stretch/>
        </p:blipFill>
        <p:spPr>
          <a:xfrm>
            <a:off x="1" y="2037"/>
            <a:ext cx="9190038" cy="68559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3A1A1C6-92DC-B63E-A427-5291FB9015BC}"/>
              </a:ext>
            </a:extLst>
          </p:cNvPr>
          <p:cNvSpPr txBox="1"/>
          <p:nvPr/>
        </p:nvSpPr>
        <p:spPr>
          <a:xfrm>
            <a:off x="7494991" y="11815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98CEE-1D43-6646-DAB5-EAB0730D483E}"/>
              </a:ext>
            </a:extLst>
          </p:cNvPr>
          <p:cNvSpPr txBox="1"/>
          <p:nvPr/>
        </p:nvSpPr>
        <p:spPr>
          <a:xfrm>
            <a:off x="6003415" y="15711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B1B03C53-3D4F-907E-97B5-FA3C29AF11DB}"/>
              </a:ext>
            </a:extLst>
          </p:cNvPr>
          <p:cNvSpPr/>
          <p:nvPr/>
        </p:nvSpPr>
        <p:spPr>
          <a:xfrm flipH="1">
            <a:off x="3091965" y="488022"/>
            <a:ext cx="351377" cy="3023886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1D67C72-BEF8-B298-9DE3-068F297A461E}"/>
                  </a:ext>
                </a:extLst>
              </p:cNvPr>
              <p:cNvSpPr txBox="1"/>
              <p:nvPr/>
            </p:nvSpPr>
            <p:spPr>
              <a:xfrm>
                <a:off x="2834533" y="1809386"/>
                <a:ext cx="2468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1D67C72-BEF8-B298-9DE3-068F297A4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533" y="1809386"/>
                <a:ext cx="246862" cy="369332"/>
              </a:xfrm>
              <a:prstGeom prst="rect">
                <a:avLst/>
              </a:prstGeom>
              <a:blipFill>
                <a:blip r:embed="rId4"/>
                <a:stretch>
                  <a:fillRect l="-30000" r="-275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Brace 43">
            <a:extLst>
              <a:ext uri="{FF2B5EF4-FFF2-40B4-BE49-F238E27FC236}">
                <a16:creationId xmlns:a16="http://schemas.microsoft.com/office/drawing/2014/main" id="{B2E28140-768D-49C6-C539-5601A91415FA}"/>
              </a:ext>
            </a:extLst>
          </p:cNvPr>
          <p:cNvSpPr/>
          <p:nvPr/>
        </p:nvSpPr>
        <p:spPr>
          <a:xfrm rot="16200000" flipH="1">
            <a:off x="5438100" y="-1502216"/>
            <a:ext cx="308105" cy="4288581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CAA1D2-F1EA-55BA-7C6E-06624E28AE81}"/>
                  </a:ext>
                </a:extLst>
              </p:cNvPr>
              <p:cNvSpPr txBox="1"/>
              <p:nvPr/>
            </p:nvSpPr>
            <p:spPr>
              <a:xfrm rot="19350593">
                <a:off x="5471435" y="2572922"/>
                <a:ext cx="9201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csc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CAA1D2-F1EA-55BA-7C6E-06624E28A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50593">
                <a:off x="5471435" y="2572922"/>
                <a:ext cx="920124" cy="369332"/>
              </a:xfrm>
              <a:prstGeom prst="rect">
                <a:avLst/>
              </a:prstGeom>
              <a:blipFill>
                <a:blip r:embed="rId5"/>
                <a:stretch>
                  <a:fillRect b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3CC21F-C44E-2DC0-674C-3915EF55AE10}"/>
                  </a:ext>
                </a:extLst>
              </p:cNvPr>
              <p:cNvSpPr txBox="1"/>
              <p:nvPr/>
            </p:nvSpPr>
            <p:spPr>
              <a:xfrm>
                <a:off x="5407418" y="772756"/>
                <a:ext cx="9185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D3CC21F-C44E-2DC0-674C-3915EF55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18" y="772756"/>
                <a:ext cx="918521" cy="369332"/>
              </a:xfrm>
              <a:prstGeom prst="rect">
                <a:avLst/>
              </a:prstGeom>
              <a:blipFill>
                <a:blip r:embed="rId6"/>
                <a:stretch>
                  <a:fillRect l="-5298"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Arc 47">
            <a:extLst>
              <a:ext uri="{FF2B5EF4-FFF2-40B4-BE49-F238E27FC236}">
                <a16:creationId xmlns:a16="http://schemas.microsoft.com/office/drawing/2014/main" id="{C8A73EE7-908B-2B51-2817-A596DE541FFD}"/>
              </a:ext>
            </a:extLst>
          </p:cNvPr>
          <p:cNvSpPr>
            <a:spLocks noChangeAspect="1"/>
          </p:cNvSpPr>
          <p:nvPr/>
        </p:nvSpPr>
        <p:spPr>
          <a:xfrm>
            <a:off x="2416844" y="2446739"/>
            <a:ext cx="2131201" cy="2130604"/>
          </a:xfrm>
          <a:prstGeom prst="arc">
            <a:avLst>
              <a:gd name="adj1" fmla="val 19486860"/>
              <a:gd name="adj2" fmla="val 21594347"/>
            </a:avLst>
          </a:prstGeom>
          <a:solidFill>
            <a:srgbClr val="FF6767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9169F0-8D02-E6B7-DC2A-4B2920595CC5}"/>
              </a:ext>
            </a:extLst>
          </p:cNvPr>
          <p:cNvSpPr txBox="1"/>
          <p:nvPr/>
        </p:nvSpPr>
        <p:spPr>
          <a:xfrm>
            <a:off x="4027212" y="3050243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endParaRPr lang="en-US" sz="2400" i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D300352E-C945-6A09-5FEC-8F02AE12478C}"/>
              </a:ext>
            </a:extLst>
          </p:cNvPr>
          <p:cNvSpPr/>
          <p:nvPr/>
        </p:nvSpPr>
        <p:spPr>
          <a:xfrm rot="3283070">
            <a:off x="5480828" y="-352146"/>
            <a:ext cx="644842" cy="5238028"/>
          </a:xfrm>
          <a:prstGeom prst="righ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6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3D3B-2793-C4FB-94B6-7F73FAD1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2C0FE-7110-0245-73FF-3AD0070C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90038" cy="68559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409A0A0-38B2-74DB-89B9-20D717BEA3A8}"/>
              </a:ext>
            </a:extLst>
          </p:cNvPr>
          <p:cNvSpPr txBox="1"/>
          <p:nvPr/>
        </p:nvSpPr>
        <p:spPr>
          <a:xfrm>
            <a:off x="3164439" y="144865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62DBEC-7834-D13D-5626-2F92BE6FA6D4}"/>
              </a:ext>
            </a:extLst>
          </p:cNvPr>
          <p:cNvSpPr txBox="1"/>
          <p:nvPr/>
        </p:nvSpPr>
        <p:spPr>
          <a:xfrm>
            <a:off x="5895644" y="349149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475091-B90B-4901-62CA-CFBE3D21018C}"/>
              </a:ext>
            </a:extLst>
          </p:cNvPr>
          <p:cNvSpPr txBox="1"/>
          <p:nvPr/>
        </p:nvSpPr>
        <p:spPr>
          <a:xfrm>
            <a:off x="6452444" y="9080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94643F-3B6E-988B-501B-2904AF97EF7C}"/>
              </a:ext>
            </a:extLst>
          </p:cNvPr>
          <p:cNvSpPr txBox="1"/>
          <p:nvPr/>
        </p:nvSpPr>
        <p:spPr>
          <a:xfrm>
            <a:off x="7649101" y="48802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1E2D3-45EA-8B32-1617-548D6AB29445}"/>
              </a:ext>
            </a:extLst>
          </p:cNvPr>
          <p:cNvSpPr txBox="1"/>
          <p:nvPr/>
        </p:nvSpPr>
        <p:spPr>
          <a:xfrm>
            <a:off x="6003415" y="15711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CC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0002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</TotalTime>
  <Words>27</Words>
  <Application>Microsoft Office PowerPoint</Application>
  <PresentationFormat>Custom</PresentationFormat>
  <Paragraphs>27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Sraya Ansbacher</dc:creator>
  <cp:lastModifiedBy>Sraya Ansbacher</cp:lastModifiedBy>
  <cp:revision>5</cp:revision>
  <dcterms:created xsi:type="dcterms:W3CDTF">2024-11-06T09:32:46Z</dcterms:created>
  <dcterms:modified xsi:type="dcterms:W3CDTF">2024-11-06T11:33:18Z</dcterms:modified>
</cp:coreProperties>
</file>