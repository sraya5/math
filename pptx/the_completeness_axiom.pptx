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20" r:id="rId1"/>
  </p:sldMasterIdLst>
  <p:sldIdLst>
    <p:sldId id="256" r:id="rId2"/>
    <p:sldId id="257" r:id="rId3"/>
  </p:sldIdLst>
  <p:sldSz cx="9720263" cy="7199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81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380"/>
    <p:restoredTop sz="94660"/>
  </p:normalViewPr>
  <p:slideViewPr>
    <p:cSldViewPr snapToGrid="0">
      <p:cViewPr varScale="1">
        <p:scale>
          <a:sx n="59" d="100"/>
          <a:sy n="59" d="100"/>
        </p:scale>
        <p:origin x="1392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9020" y="1178222"/>
            <a:ext cx="8262224" cy="2506427"/>
          </a:xfrm>
        </p:spPr>
        <p:txBody>
          <a:bodyPr anchor="b"/>
          <a:lstStyle>
            <a:lvl1pPr algn="ctr">
              <a:defRPr sz="62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5033" y="3781306"/>
            <a:ext cx="7290197" cy="1738167"/>
          </a:xfrm>
        </p:spPr>
        <p:txBody>
          <a:bodyPr/>
          <a:lstStyle>
            <a:lvl1pPr marL="0" indent="0" algn="ctr">
              <a:buNone/>
              <a:defRPr sz="2520"/>
            </a:lvl1pPr>
            <a:lvl2pPr marL="479969" indent="0" algn="ctr">
              <a:buNone/>
              <a:defRPr sz="2100"/>
            </a:lvl2pPr>
            <a:lvl3pPr marL="959937" indent="0" algn="ctr">
              <a:buNone/>
              <a:defRPr sz="1890"/>
            </a:lvl3pPr>
            <a:lvl4pPr marL="1439906" indent="0" algn="ctr">
              <a:buNone/>
              <a:defRPr sz="1680"/>
            </a:lvl4pPr>
            <a:lvl5pPr marL="1919874" indent="0" algn="ctr">
              <a:buNone/>
              <a:defRPr sz="1680"/>
            </a:lvl5pPr>
            <a:lvl6pPr marL="2399843" indent="0" algn="ctr">
              <a:buNone/>
              <a:defRPr sz="1680"/>
            </a:lvl6pPr>
            <a:lvl7pPr marL="2879811" indent="0" algn="ctr">
              <a:buNone/>
              <a:defRPr sz="1680"/>
            </a:lvl7pPr>
            <a:lvl8pPr marL="3359780" indent="0" algn="ctr">
              <a:buNone/>
              <a:defRPr sz="1680"/>
            </a:lvl8pPr>
            <a:lvl9pPr marL="3839748" indent="0" algn="ctr">
              <a:buNone/>
              <a:defRPr sz="1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3D120-28B3-498D-AF8E-77E6AF59C727}" type="datetimeFigureOut">
              <a:rPr lang="he-IL" smtClean="0"/>
              <a:t>כ"ז/כסלו/תשפ"ה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C24A2-54FD-4AD8-8373-65B1B57D55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70722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3D120-28B3-498D-AF8E-77E6AF59C727}" type="datetimeFigureOut">
              <a:rPr lang="he-IL" smtClean="0"/>
              <a:t>כ"ז/כסלו/תשפ"ה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C24A2-54FD-4AD8-8373-65B1B57D55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7390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206" y="1794831"/>
            <a:ext cx="8383727" cy="2994714"/>
          </a:xfrm>
        </p:spPr>
        <p:txBody>
          <a:bodyPr anchor="b"/>
          <a:lstStyle>
            <a:lvl1pPr>
              <a:defRPr sz="62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206" y="4817876"/>
            <a:ext cx="8383727" cy="15748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/>
                </a:solidFill>
              </a:defRPr>
            </a:lvl1pPr>
            <a:lvl2pPr marL="479969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59937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39906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19874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399843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79811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597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39748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3D120-28B3-498D-AF8E-77E6AF59C727}" type="datetimeFigureOut">
              <a:rPr lang="he-IL" smtClean="0"/>
              <a:t>כ"ז/כסלו/תשפ"ה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C24A2-54FD-4AD8-8373-65B1B57D55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6567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8268" y="1916484"/>
            <a:ext cx="4131112" cy="456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0883" y="1916484"/>
            <a:ext cx="4131112" cy="456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3D120-28B3-498D-AF8E-77E6AF59C727}" type="datetimeFigureOut">
              <a:rPr lang="he-IL" smtClean="0"/>
              <a:t>כ"ז/כסלו/תשפ"ה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C24A2-54FD-4AD8-8373-65B1B57D55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95639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534" y="383299"/>
            <a:ext cx="8383727" cy="13915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535" y="1764832"/>
            <a:ext cx="4112126" cy="864917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79969" indent="0">
              <a:buNone/>
              <a:defRPr sz="2100" b="1"/>
            </a:lvl2pPr>
            <a:lvl3pPr marL="959937" indent="0">
              <a:buNone/>
              <a:defRPr sz="1890" b="1"/>
            </a:lvl3pPr>
            <a:lvl4pPr marL="1439906" indent="0">
              <a:buNone/>
              <a:defRPr sz="1680" b="1"/>
            </a:lvl4pPr>
            <a:lvl5pPr marL="1919874" indent="0">
              <a:buNone/>
              <a:defRPr sz="1680" b="1"/>
            </a:lvl5pPr>
            <a:lvl6pPr marL="2399843" indent="0">
              <a:buNone/>
              <a:defRPr sz="1680" b="1"/>
            </a:lvl6pPr>
            <a:lvl7pPr marL="2879811" indent="0">
              <a:buNone/>
              <a:defRPr sz="1680" b="1"/>
            </a:lvl7pPr>
            <a:lvl8pPr marL="3359780" indent="0">
              <a:buNone/>
              <a:defRPr sz="1680" b="1"/>
            </a:lvl8pPr>
            <a:lvl9pPr marL="3839748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9535" y="2629749"/>
            <a:ext cx="4112126" cy="3867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0884" y="1764832"/>
            <a:ext cx="4132378" cy="864917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79969" indent="0">
              <a:buNone/>
              <a:defRPr sz="2100" b="1"/>
            </a:lvl2pPr>
            <a:lvl3pPr marL="959937" indent="0">
              <a:buNone/>
              <a:defRPr sz="1890" b="1"/>
            </a:lvl3pPr>
            <a:lvl4pPr marL="1439906" indent="0">
              <a:buNone/>
              <a:defRPr sz="1680" b="1"/>
            </a:lvl4pPr>
            <a:lvl5pPr marL="1919874" indent="0">
              <a:buNone/>
              <a:defRPr sz="1680" b="1"/>
            </a:lvl5pPr>
            <a:lvl6pPr marL="2399843" indent="0">
              <a:buNone/>
              <a:defRPr sz="1680" b="1"/>
            </a:lvl6pPr>
            <a:lvl7pPr marL="2879811" indent="0">
              <a:buNone/>
              <a:defRPr sz="1680" b="1"/>
            </a:lvl7pPr>
            <a:lvl8pPr marL="3359780" indent="0">
              <a:buNone/>
              <a:defRPr sz="1680" b="1"/>
            </a:lvl8pPr>
            <a:lvl9pPr marL="3839748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0884" y="2629749"/>
            <a:ext cx="4132378" cy="3867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3D120-28B3-498D-AF8E-77E6AF59C727}" type="datetimeFigureOut">
              <a:rPr lang="he-IL" smtClean="0"/>
              <a:t>כ"ז/כסלו/תשפ"ה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C24A2-54FD-4AD8-8373-65B1B57D55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35666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3D120-28B3-498D-AF8E-77E6AF59C727}" type="datetimeFigureOut">
              <a:rPr lang="he-IL" smtClean="0"/>
              <a:t>כ"ז/כסלו/תשפ"ה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C24A2-54FD-4AD8-8373-65B1B57D55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75950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3D120-28B3-498D-AF8E-77E6AF59C727}" type="datetimeFigureOut">
              <a:rPr lang="he-IL" smtClean="0"/>
              <a:t>כ"ז/כסלו/תשפ"ה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C24A2-54FD-4AD8-8373-65B1B57D55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03896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534" y="479954"/>
            <a:ext cx="3135038" cy="1679840"/>
          </a:xfrm>
        </p:spPr>
        <p:txBody>
          <a:bodyPr anchor="b"/>
          <a:lstStyle>
            <a:lvl1pPr>
              <a:defRPr sz="335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2378" y="1036570"/>
            <a:ext cx="4920883" cy="5116178"/>
          </a:xfrm>
        </p:spPr>
        <p:txBody>
          <a:bodyPr/>
          <a:lstStyle>
            <a:lvl1pPr>
              <a:defRPr sz="3359"/>
            </a:lvl1pPr>
            <a:lvl2pPr>
              <a:defRPr sz="2939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9534" y="2159794"/>
            <a:ext cx="3135038" cy="4001285"/>
          </a:xfrm>
        </p:spPr>
        <p:txBody>
          <a:bodyPr/>
          <a:lstStyle>
            <a:lvl1pPr marL="0" indent="0">
              <a:buNone/>
              <a:defRPr sz="1680"/>
            </a:lvl1pPr>
            <a:lvl2pPr marL="479969" indent="0">
              <a:buNone/>
              <a:defRPr sz="1470"/>
            </a:lvl2pPr>
            <a:lvl3pPr marL="959937" indent="0">
              <a:buNone/>
              <a:defRPr sz="1260"/>
            </a:lvl3pPr>
            <a:lvl4pPr marL="1439906" indent="0">
              <a:buNone/>
              <a:defRPr sz="1050"/>
            </a:lvl4pPr>
            <a:lvl5pPr marL="1919874" indent="0">
              <a:buNone/>
              <a:defRPr sz="1050"/>
            </a:lvl5pPr>
            <a:lvl6pPr marL="2399843" indent="0">
              <a:buNone/>
              <a:defRPr sz="1050"/>
            </a:lvl6pPr>
            <a:lvl7pPr marL="2879811" indent="0">
              <a:buNone/>
              <a:defRPr sz="1050"/>
            </a:lvl7pPr>
            <a:lvl8pPr marL="3359780" indent="0">
              <a:buNone/>
              <a:defRPr sz="1050"/>
            </a:lvl8pPr>
            <a:lvl9pPr marL="3839748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3D120-28B3-498D-AF8E-77E6AF59C727}" type="datetimeFigureOut">
              <a:rPr lang="he-IL" smtClean="0"/>
              <a:t>כ"ז/כסלו/תשפ"ה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C24A2-54FD-4AD8-8373-65B1B57D55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95691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534" y="479954"/>
            <a:ext cx="3135038" cy="1679840"/>
          </a:xfrm>
        </p:spPr>
        <p:txBody>
          <a:bodyPr anchor="b"/>
          <a:lstStyle>
            <a:lvl1pPr>
              <a:defRPr sz="335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32378" y="1036570"/>
            <a:ext cx="4920883" cy="5116178"/>
          </a:xfrm>
        </p:spPr>
        <p:txBody>
          <a:bodyPr anchor="t"/>
          <a:lstStyle>
            <a:lvl1pPr marL="0" indent="0">
              <a:buNone/>
              <a:defRPr sz="3359"/>
            </a:lvl1pPr>
            <a:lvl2pPr marL="479969" indent="0">
              <a:buNone/>
              <a:defRPr sz="2939"/>
            </a:lvl2pPr>
            <a:lvl3pPr marL="959937" indent="0">
              <a:buNone/>
              <a:defRPr sz="2520"/>
            </a:lvl3pPr>
            <a:lvl4pPr marL="1439906" indent="0">
              <a:buNone/>
              <a:defRPr sz="2100"/>
            </a:lvl4pPr>
            <a:lvl5pPr marL="1919874" indent="0">
              <a:buNone/>
              <a:defRPr sz="2100"/>
            </a:lvl5pPr>
            <a:lvl6pPr marL="2399843" indent="0">
              <a:buNone/>
              <a:defRPr sz="2100"/>
            </a:lvl6pPr>
            <a:lvl7pPr marL="2879811" indent="0">
              <a:buNone/>
              <a:defRPr sz="2100"/>
            </a:lvl7pPr>
            <a:lvl8pPr marL="3359780" indent="0">
              <a:buNone/>
              <a:defRPr sz="2100"/>
            </a:lvl8pPr>
            <a:lvl9pPr marL="3839748" indent="0">
              <a:buNone/>
              <a:defRPr sz="21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9534" y="2159794"/>
            <a:ext cx="3135038" cy="4001285"/>
          </a:xfrm>
        </p:spPr>
        <p:txBody>
          <a:bodyPr/>
          <a:lstStyle>
            <a:lvl1pPr marL="0" indent="0">
              <a:buNone/>
              <a:defRPr sz="1680"/>
            </a:lvl1pPr>
            <a:lvl2pPr marL="479969" indent="0">
              <a:buNone/>
              <a:defRPr sz="1470"/>
            </a:lvl2pPr>
            <a:lvl3pPr marL="959937" indent="0">
              <a:buNone/>
              <a:defRPr sz="1260"/>
            </a:lvl3pPr>
            <a:lvl4pPr marL="1439906" indent="0">
              <a:buNone/>
              <a:defRPr sz="1050"/>
            </a:lvl4pPr>
            <a:lvl5pPr marL="1919874" indent="0">
              <a:buNone/>
              <a:defRPr sz="1050"/>
            </a:lvl5pPr>
            <a:lvl6pPr marL="2399843" indent="0">
              <a:buNone/>
              <a:defRPr sz="1050"/>
            </a:lvl6pPr>
            <a:lvl7pPr marL="2879811" indent="0">
              <a:buNone/>
              <a:defRPr sz="1050"/>
            </a:lvl7pPr>
            <a:lvl8pPr marL="3359780" indent="0">
              <a:buNone/>
              <a:defRPr sz="1050"/>
            </a:lvl8pPr>
            <a:lvl9pPr marL="3839748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3D120-28B3-498D-AF8E-77E6AF59C727}" type="datetimeFigureOut">
              <a:rPr lang="he-IL" smtClean="0"/>
              <a:t>כ"ז/כסלו/תשפ"ה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C24A2-54FD-4AD8-8373-65B1B57D55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4559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3D120-28B3-498D-AF8E-77E6AF59C727}" type="datetimeFigureOut">
              <a:rPr lang="he-IL" smtClean="0"/>
              <a:t>כ"ז/כסלו/תשפ"ה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C24A2-54FD-4AD8-8373-65B1B57D55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08146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6064" y="383297"/>
            <a:ext cx="2095932" cy="61010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8269" y="383297"/>
            <a:ext cx="6166292" cy="61010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3D120-28B3-498D-AF8E-77E6AF59C727}" type="datetimeFigureOut">
              <a:rPr lang="he-IL" smtClean="0"/>
              <a:t>כ"ז/כסלו/תשפ"ה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C24A2-54FD-4AD8-8373-65B1B57D55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97193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8268" y="383299"/>
            <a:ext cx="8383727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8268" y="1916484"/>
            <a:ext cx="8383727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8268" y="6672698"/>
            <a:ext cx="2187059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13D120-28B3-498D-AF8E-77E6AF59C727}" type="datetimeFigureOut">
              <a:rPr lang="he-IL" smtClean="0"/>
              <a:t>כ"ז/כסלו/תשפ"ה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19837" y="6672698"/>
            <a:ext cx="3280589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64936" y="6672698"/>
            <a:ext cx="2187059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C24A2-54FD-4AD8-8373-65B1B57D55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78842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59937" rtl="1" eaLnBrk="1" latinLnBrk="0" hangingPunct="1">
        <a:lnSpc>
          <a:spcPct val="90000"/>
        </a:lnSpc>
        <a:spcBef>
          <a:spcPct val="0"/>
        </a:spcBef>
        <a:buNone/>
        <a:defRPr sz="461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9984" indent="-239984" algn="r" defTabSz="959937" rtl="1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39" kern="1200">
          <a:solidFill>
            <a:schemeClr val="tx1"/>
          </a:solidFill>
          <a:latin typeface="+mn-lt"/>
          <a:ea typeface="+mn-ea"/>
          <a:cs typeface="+mn-cs"/>
        </a:defRPr>
      </a:lvl1pPr>
      <a:lvl2pPr marL="719953" indent="-239984" algn="r" defTabSz="959937" rtl="1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199921" indent="-239984" algn="r" defTabSz="959937" rtl="1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79890" indent="-239984" algn="r" defTabSz="959937" rtl="1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59859" indent="-239984" algn="r" defTabSz="959937" rtl="1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39827" indent="-239984" algn="r" defTabSz="959937" rtl="1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19796" indent="-239984" algn="r" defTabSz="959937" rtl="1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599764" indent="-239984" algn="r" defTabSz="959937" rtl="1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79733" indent="-239984" algn="r" defTabSz="959937" rtl="1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59937" rtl="1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79969" algn="r" defTabSz="959937" rtl="1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59937" algn="r" defTabSz="959937" rtl="1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39906" algn="r" defTabSz="959937" rtl="1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19874" algn="r" defTabSz="959937" rtl="1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99843" algn="r" defTabSz="959937" rtl="1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79811" algn="r" defTabSz="959937" rtl="1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59780" algn="r" defTabSz="959937" rtl="1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39748" algn="r" defTabSz="959937" rtl="1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מלבן 39">
            <a:extLst>
              <a:ext uri="{FF2B5EF4-FFF2-40B4-BE49-F238E27FC236}">
                <a16:creationId xmlns:a16="http://schemas.microsoft.com/office/drawing/2014/main" id="{4717A1F7-DF60-42D9-02D9-F3A22A68FA44}"/>
              </a:ext>
            </a:extLst>
          </p:cNvPr>
          <p:cNvSpPr/>
          <p:nvPr/>
        </p:nvSpPr>
        <p:spPr>
          <a:xfrm>
            <a:off x="7923456" y="-720687"/>
            <a:ext cx="1800000" cy="7920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5" name="משולש שווה-שוקיים 27">
            <a:extLst>
              <a:ext uri="{FF2B5EF4-FFF2-40B4-BE49-F238E27FC236}">
                <a16:creationId xmlns:a16="http://schemas.microsoft.com/office/drawing/2014/main" id="{CD0F2AC5-3CE9-B22A-3077-63447B062D6D}"/>
              </a:ext>
            </a:extLst>
          </p:cNvPr>
          <p:cNvSpPr/>
          <p:nvPr/>
        </p:nvSpPr>
        <p:spPr>
          <a:xfrm>
            <a:off x="0" y="-722639"/>
            <a:ext cx="7920000" cy="7920000"/>
          </a:xfrm>
          <a:prstGeom prst="triangle">
            <a:avLst>
              <a:gd name="adj" fmla="val 100000"/>
            </a:avLst>
          </a:pr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6" name="משולש שווה-שוקיים 28">
            <a:extLst>
              <a:ext uri="{FF2B5EF4-FFF2-40B4-BE49-F238E27FC236}">
                <a16:creationId xmlns:a16="http://schemas.microsoft.com/office/drawing/2014/main" id="{3E426AEA-ECF5-AFE8-D9BA-C52A9CFB1A45}"/>
              </a:ext>
            </a:extLst>
          </p:cNvPr>
          <p:cNvSpPr/>
          <p:nvPr/>
        </p:nvSpPr>
        <p:spPr>
          <a:xfrm>
            <a:off x="2634213" y="3319730"/>
            <a:ext cx="3240000" cy="3240000"/>
          </a:xfrm>
          <a:prstGeom prst="triangle">
            <a:avLst>
              <a:gd name="adj" fmla="val 100000"/>
            </a:avLst>
          </a:prstGeom>
          <a:noFill/>
          <a:ln w="127000">
            <a:solidFill>
              <a:srgbClr val="1181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57" name="מחבר ישר 29">
            <a:extLst>
              <a:ext uri="{FF2B5EF4-FFF2-40B4-BE49-F238E27FC236}">
                <a16:creationId xmlns:a16="http://schemas.microsoft.com/office/drawing/2014/main" id="{347275FE-1388-A942-96E9-B2BBB7AE8C4A}"/>
              </a:ext>
            </a:extLst>
          </p:cNvPr>
          <p:cNvCxnSpPr/>
          <p:nvPr/>
        </p:nvCxnSpPr>
        <p:spPr>
          <a:xfrm>
            <a:off x="2284102" y="6448045"/>
            <a:ext cx="360000" cy="360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תיבת טקסט 30">
                <a:extLst>
                  <a:ext uri="{FF2B5EF4-FFF2-40B4-BE49-F238E27FC236}">
                    <a16:creationId xmlns:a16="http://schemas.microsoft.com/office/drawing/2014/main" id="{FA9519E1-EDE4-7134-7CCD-6858E46AD5FF}"/>
                  </a:ext>
                </a:extLst>
              </p:cNvPr>
              <p:cNvSpPr txBox="1"/>
              <p:nvPr/>
            </p:nvSpPr>
            <p:spPr>
              <a:xfrm>
                <a:off x="2612814" y="6701716"/>
                <a:ext cx="341440" cy="492443"/>
              </a:xfrm>
              <a:prstGeom prst="rect">
                <a:avLst/>
              </a:prstGeom>
              <a:noFill/>
              <a:scene3d>
                <a:camera prst="orthographicFront">
                  <a:rot lat="0" lon="0" rev="2700000"/>
                </a:camera>
                <a:lightRig rig="threePt" dir="t"/>
              </a:scene3d>
            </p:spPr>
            <p:txBody>
              <a:bodyPr wrap="none" lIns="0" tIns="0" rIns="0" bIns="0" rtlCol="1">
                <a:spAutoFit/>
              </a:bodyPr>
              <a:lstStyle>
                <a:defPPr>
                  <a:defRPr lang="en-US"/>
                </a:defPPr>
                <a:lvl1pPr>
                  <a:defRPr sz="3200" b="1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58" name="תיבת טקסט 30">
                <a:extLst>
                  <a:ext uri="{FF2B5EF4-FFF2-40B4-BE49-F238E27FC236}">
                    <a16:creationId xmlns:a16="http://schemas.microsoft.com/office/drawing/2014/main" id="{FA9519E1-EDE4-7134-7CCD-6858E46AD5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814" y="6701716"/>
                <a:ext cx="341440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תיבת טקסט 31">
                <a:extLst>
                  <a:ext uri="{FF2B5EF4-FFF2-40B4-BE49-F238E27FC236}">
                    <a16:creationId xmlns:a16="http://schemas.microsoft.com/office/drawing/2014/main" id="{9B72A5CD-85FF-A589-14F3-A53E025559A6}"/>
                  </a:ext>
                </a:extLst>
              </p:cNvPr>
              <p:cNvSpPr txBox="1"/>
              <p:nvPr/>
            </p:nvSpPr>
            <p:spPr>
              <a:xfrm>
                <a:off x="6119032" y="3362263"/>
                <a:ext cx="486128" cy="688137"/>
              </a:xfrm>
              <a:prstGeom prst="rect">
                <a:avLst/>
              </a:prstGeom>
              <a:noFill/>
              <a:scene3d>
                <a:camera prst="orthographicFront">
                  <a:rot lat="0" lon="0" rev="2700000"/>
                </a:camera>
                <a:lightRig rig="threePt" dir="t"/>
              </a:scene3d>
            </p:spPr>
            <p:txBody>
              <a:bodyPr wrap="squar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he-IL" sz="4000" b="1" i="1" smtClean="0">
                              <a:solidFill>
                                <a:srgbClr val="9C3A3A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he-IL" sz="4000" b="1" i="1" smtClean="0">
                              <a:solidFill>
                                <a:srgbClr val="9C3A3A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he-IL" sz="4000" b="1" i="1" dirty="0">
                  <a:solidFill>
                    <a:srgbClr val="9C3A3A"/>
                  </a:solidFill>
                </a:endParaRPr>
              </a:p>
            </p:txBody>
          </p:sp>
        </mc:Choice>
        <mc:Fallback xmlns="">
          <p:sp>
            <p:nvSpPr>
              <p:cNvPr id="59" name="תיבת טקסט 31">
                <a:extLst>
                  <a:ext uri="{FF2B5EF4-FFF2-40B4-BE49-F238E27FC236}">
                    <a16:creationId xmlns:a16="http://schemas.microsoft.com/office/drawing/2014/main" id="{9B72A5CD-85FF-A589-14F3-A53E025559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9032" y="3362263"/>
                <a:ext cx="486128" cy="688137"/>
              </a:xfrm>
              <a:prstGeom prst="rect">
                <a:avLst/>
              </a:prstGeom>
              <a:blipFill>
                <a:blip r:embed="rId3"/>
                <a:stretch>
                  <a:fillRect t="-3521" r="-496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מחבר ישר 32">
            <a:extLst>
              <a:ext uri="{FF2B5EF4-FFF2-40B4-BE49-F238E27FC236}">
                <a16:creationId xmlns:a16="http://schemas.microsoft.com/office/drawing/2014/main" id="{0275964E-DD89-059F-D84B-AD802C25CB98}"/>
              </a:ext>
            </a:extLst>
          </p:cNvPr>
          <p:cNvCxnSpPr/>
          <p:nvPr/>
        </p:nvCxnSpPr>
        <p:spPr>
          <a:xfrm>
            <a:off x="5514213" y="2707797"/>
            <a:ext cx="720000" cy="720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סוגר מסולסל שמאלי 33">
            <a:extLst>
              <a:ext uri="{FF2B5EF4-FFF2-40B4-BE49-F238E27FC236}">
                <a16:creationId xmlns:a16="http://schemas.microsoft.com/office/drawing/2014/main" id="{667187C1-2ABA-2B3A-4E0B-E0B6F1E0AB13}"/>
              </a:ext>
            </a:extLst>
          </p:cNvPr>
          <p:cNvSpPr/>
          <p:nvPr/>
        </p:nvSpPr>
        <p:spPr>
          <a:xfrm>
            <a:off x="3717100" y="2238469"/>
            <a:ext cx="464028" cy="4752000"/>
          </a:xfrm>
          <a:prstGeom prst="leftBrace">
            <a:avLst/>
          </a:prstGeom>
          <a:ln w="28575">
            <a:solidFill>
              <a:schemeClr val="tx1"/>
            </a:solidFill>
          </a:ln>
          <a:scene3d>
            <a:camera prst="orthographicFront">
              <a:rot lat="0" lon="0" rev="1890000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תיבת טקסט 34">
                <a:extLst>
                  <a:ext uri="{FF2B5EF4-FFF2-40B4-BE49-F238E27FC236}">
                    <a16:creationId xmlns:a16="http://schemas.microsoft.com/office/drawing/2014/main" id="{D4DD0D08-EB35-144E-0998-9A898FB20814}"/>
                  </a:ext>
                </a:extLst>
              </p:cNvPr>
              <p:cNvSpPr txBox="1"/>
              <p:nvPr/>
            </p:nvSpPr>
            <p:spPr>
              <a:xfrm>
                <a:off x="1861037" y="4061154"/>
                <a:ext cx="3653176" cy="369332"/>
              </a:xfrm>
              <a:prstGeom prst="rect">
                <a:avLst/>
              </a:prstGeom>
              <a:noFill/>
              <a:scene3d>
                <a:camera prst="orthographicFront">
                  <a:rot lat="0" lon="0" rev="2700000"/>
                </a:camera>
                <a:lightRig rig="threePt" dir="t"/>
              </a:scene3d>
            </p:spPr>
            <p:txBody>
              <a:bodyPr wrap="squar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he-IL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e-IL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he-IL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  <m:r>
                            <a:rPr lang="he-IL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he-IL" sz="2400" i="1" dirty="0"/>
              </a:p>
            </p:txBody>
          </p:sp>
        </mc:Choice>
        <mc:Fallback xmlns="">
          <p:sp>
            <p:nvSpPr>
              <p:cNvPr id="62" name="תיבת טקסט 34">
                <a:extLst>
                  <a:ext uri="{FF2B5EF4-FFF2-40B4-BE49-F238E27FC236}">
                    <a16:creationId xmlns:a16="http://schemas.microsoft.com/office/drawing/2014/main" id="{D4DD0D08-EB35-144E-0998-9A898FB20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1037" y="4061154"/>
                <a:ext cx="365317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סוגר מסולסל שמאלי 35">
            <a:extLst>
              <a:ext uri="{FF2B5EF4-FFF2-40B4-BE49-F238E27FC236}">
                <a16:creationId xmlns:a16="http://schemas.microsoft.com/office/drawing/2014/main" id="{0CC0AAB9-25A5-9DEF-91CE-A380DB216A5A}"/>
              </a:ext>
            </a:extLst>
          </p:cNvPr>
          <p:cNvSpPr/>
          <p:nvPr/>
        </p:nvSpPr>
        <p:spPr>
          <a:xfrm>
            <a:off x="7130371" y="-1078400"/>
            <a:ext cx="464028" cy="4553903"/>
          </a:xfrm>
          <a:prstGeom prst="leftBrace">
            <a:avLst/>
          </a:prstGeom>
          <a:ln w="28575">
            <a:solidFill>
              <a:schemeClr val="tx1"/>
            </a:solidFill>
          </a:ln>
          <a:scene3d>
            <a:camera prst="orthographicFront">
              <a:rot lat="0" lon="0" rev="1890000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תיבת טקסט 36">
                <a:extLst>
                  <a:ext uri="{FF2B5EF4-FFF2-40B4-BE49-F238E27FC236}">
                    <a16:creationId xmlns:a16="http://schemas.microsoft.com/office/drawing/2014/main" id="{9C3059AA-F201-A5DE-CB12-1EF85ADAE891}"/>
                  </a:ext>
                </a:extLst>
              </p:cNvPr>
              <p:cNvSpPr txBox="1"/>
              <p:nvPr/>
            </p:nvSpPr>
            <p:spPr>
              <a:xfrm>
                <a:off x="4824540" y="1049172"/>
                <a:ext cx="3653176" cy="369332"/>
              </a:xfrm>
              <a:prstGeom prst="rect">
                <a:avLst/>
              </a:prstGeom>
              <a:noFill/>
              <a:scene3d>
                <a:camera prst="orthographicFront">
                  <a:rot lat="0" lon="0" rev="2700000"/>
                </a:camera>
                <a:lightRig rig="threePt" dir="t"/>
              </a:scene3d>
            </p:spPr>
            <p:txBody>
              <a:bodyPr wrap="squar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he-IL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e-IL" sz="2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he-IL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  <m:r>
                            <a:rPr lang="he-IL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he-IL" sz="2400" i="1" dirty="0"/>
              </a:p>
            </p:txBody>
          </p:sp>
        </mc:Choice>
        <mc:Fallback xmlns="">
          <p:sp>
            <p:nvSpPr>
              <p:cNvPr id="64" name="תיבת טקסט 36">
                <a:extLst>
                  <a:ext uri="{FF2B5EF4-FFF2-40B4-BE49-F238E27FC236}">
                    <a16:creationId xmlns:a16="http://schemas.microsoft.com/office/drawing/2014/main" id="{9C3059AA-F201-A5DE-CB12-1EF85ADAE8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4540" y="1049172"/>
                <a:ext cx="365317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מחבר ישר 37">
            <a:extLst>
              <a:ext uri="{FF2B5EF4-FFF2-40B4-BE49-F238E27FC236}">
                <a16:creationId xmlns:a16="http://schemas.microsoft.com/office/drawing/2014/main" id="{878C7159-6EC0-0D13-96FA-01E132ABF3E9}"/>
              </a:ext>
            </a:extLst>
          </p:cNvPr>
          <p:cNvCxnSpPr/>
          <p:nvPr/>
        </p:nvCxnSpPr>
        <p:spPr>
          <a:xfrm flipH="1">
            <a:off x="1426979" y="-361952"/>
            <a:ext cx="7920000" cy="792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תיבת טקסט 21">
            <a:extLst>
              <a:ext uri="{FF2B5EF4-FFF2-40B4-BE49-F238E27FC236}">
                <a16:creationId xmlns:a16="http://schemas.microsoft.com/office/drawing/2014/main" id="{DB057522-1CCA-C1BB-E88C-58157533A311}"/>
              </a:ext>
            </a:extLst>
          </p:cNvPr>
          <p:cNvSpPr txBox="1"/>
          <p:nvPr/>
        </p:nvSpPr>
        <p:spPr>
          <a:xfrm>
            <a:off x="408478" y="368935"/>
            <a:ext cx="4265198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4200" dirty="0">
                <a:solidFill>
                  <a:srgbClr val="11819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אקסיומת השלמות</a:t>
            </a:r>
          </a:p>
          <a:p>
            <a:pPr algn="ctr" rtl="1"/>
            <a:r>
              <a:rPr lang="he-IL" sz="2800" dirty="0">
                <a:solidFill>
                  <a:srgbClr val="11819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סיכומי הרצאות במתמטיקה</a:t>
            </a:r>
          </a:p>
        </p:txBody>
      </p:sp>
    </p:spTree>
    <p:extLst>
      <p:ext uri="{BB962C8B-B14F-4D97-AF65-F5344CB8AC3E}">
        <p14:creationId xmlns:p14="http://schemas.microsoft.com/office/powerpoint/2010/main" val="1315632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מלבן 39">
            <a:extLst>
              <a:ext uri="{FF2B5EF4-FFF2-40B4-BE49-F238E27FC236}">
                <a16:creationId xmlns:a16="http://schemas.microsoft.com/office/drawing/2014/main" id="{5AC03D6D-73D6-518B-07BF-D4A222829C69}"/>
              </a:ext>
            </a:extLst>
          </p:cNvPr>
          <p:cNvSpPr/>
          <p:nvPr/>
        </p:nvSpPr>
        <p:spPr>
          <a:xfrm>
            <a:off x="-91742" y="-711039"/>
            <a:ext cx="1901671" cy="7920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משולש שווה-שוקיים 22">
            <a:extLst>
              <a:ext uri="{FF2B5EF4-FFF2-40B4-BE49-F238E27FC236}">
                <a16:creationId xmlns:a16="http://schemas.microsoft.com/office/drawing/2014/main" id="{B0D469B2-7EAF-332F-F135-BA85F9E58F8E}"/>
              </a:ext>
            </a:extLst>
          </p:cNvPr>
          <p:cNvSpPr/>
          <p:nvPr/>
        </p:nvSpPr>
        <p:spPr>
          <a:xfrm>
            <a:off x="1807032" y="-723889"/>
            <a:ext cx="7920000" cy="7920000"/>
          </a:xfrm>
          <a:prstGeom prst="triangle">
            <a:avLst>
              <a:gd name="adj" fmla="val 0"/>
            </a:avLst>
          </a:pr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" name="משולש שווה-שוקיים 1">
            <a:extLst>
              <a:ext uri="{FF2B5EF4-FFF2-40B4-BE49-F238E27FC236}">
                <a16:creationId xmlns:a16="http://schemas.microsoft.com/office/drawing/2014/main" id="{1D69A617-3650-6DAA-F53B-C322472C3FFF}"/>
              </a:ext>
            </a:extLst>
          </p:cNvPr>
          <p:cNvSpPr/>
          <p:nvPr/>
        </p:nvSpPr>
        <p:spPr>
          <a:xfrm>
            <a:off x="3727066" y="3321682"/>
            <a:ext cx="3240000" cy="3240000"/>
          </a:xfrm>
          <a:prstGeom prst="triangle">
            <a:avLst>
              <a:gd name="adj" fmla="val 0"/>
            </a:avLst>
          </a:prstGeom>
          <a:noFill/>
          <a:ln w="127000">
            <a:solidFill>
              <a:srgbClr val="1181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4" name="מחבר ישר 7">
            <a:extLst>
              <a:ext uri="{FF2B5EF4-FFF2-40B4-BE49-F238E27FC236}">
                <a16:creationId xmlns:a16="http://schemas.microsoft.com/office/drawing/2014/main" id="{E09B8391-7427-3A25-FEBB-88975E7362A6}"/>
              </a:ext>
            </a:extLst>
          </p:cNvPr>
          <p:cNvCxnSpPr>
            <a:cxnSpLocks/>
          </p:cNvCxnSpPr>
          <p:nvPr/>
        </p:nvCxnSpPr>
        <p:spPr>
          <a:xfrm flipH="1">
            <a:off x="7030188" y="6419169"/>
            <a:ext cx="360000" cy="360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תיבת טקסט 8">
                <a:extLst>
                  <a:ext uri="{FF2B5EF4-FFF2-40B4-BE49-F238E27FC236}">
                    <a16:creationId xmlns:a16="http://schemas.microsoft.com/office/drawing/2014/main" id="{6F41F4B3-7DC2-6487-4393-72C4F8154AFD}"/>
                  </a:ext>
                </a:extLst>
              </p:cNvPr>
              <p:cNvSpPr txBox="1"/>
              <p:nvPr/>
            </p:nvSpPr>
            <p:spPr>
              <a:xfrm rot="5400000">
                <a:off x="6716665" y="6686504"/>
                <a:ext cx="341440" cy="492443"/>
              </a:xfrm>
              <a:prstGeom prst="rect">
                <a:avLst/>
              </a:prstGeom>
              <a:noFill/>
              <a:scene3d>
                <a:camera prst="orthographicFront">
                  <a:rot lat="0" lon="0" rev="2700000"/>
                </a:camera>
                <a:lightRig rig="threePt" dir="t"/>
              </a:scene3d>
            </p:spPr>
            <p:txBody>
              <a:bodyPr wrap="none" lIns="0" tIns="0" rIns="0" bIns="0" rtlCol="1">
                <a:spAutoFit/>
              </a:bodyPr>
              <a:lstStyle>
                <a:defPPr>
                  <a:defRPr lang="en-US"/>
                </a:defPPr>
                <a:lvl1pPr>
                  <a:defRPr sz="3200" b="1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5" name="תיבת טקסט 8">
                <a:extLst>
                  <a:ext uri="{FF2B5EF4-FFF2-40B4-BE49-F238E27FC236}">
                    <a16:creationId xmlns:a16="http://schemas.microsoft.com/office/drawing/2014/main" id="{6F41F4B3-7DC2-6487-4393-72C4F8154A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6716665" y="6686504"/>
                <a:ext cx="341440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תיבת טקסט 9">
                <a:extLst>
                  <a:ext uri="{FF2B5EF4-FFF2-40B4-BE49-F238E27FC236}">
                    <a16:creationId xmlns:a16="http://schemas.microsoft.com/office/drawing/2014/main" id="{A3F94A59-319F-2781-A1BB-B6F5D46F9CA4}"/>
                  </a:ext>
                </a:extLst>
              </p:cNvPr>
              <p:cNvSpPr txBox="1"/>
              <p:nvPr/>
            </p:nvSpPr>
            <p:spPr>
              <a:xfrm rot="5400000">
                <a:off x="2769086" y="3135107"/>
                <a:ext cx="486128" cy="688137"/>
              </a:xfrm>
              <a:prstGeom prst="rect">
                <a:avLst/>
              </a:prstGeom>
              <a:noFill/>
              <a:scene3d>
                <a:camera prst="orthographicFront">
                  <a:rot lat="0" lon="0" rev="2700000"/>
                </a:camera>
                <a:lightRig rig="threePt" dir="t"/>
              </a:scene3d>
            </p:spPr>
            <p:txBody>
              <a:bodyPr wrap="squar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he-IL" sz="4000" b="1" i="1" smtClean="0">
                              <a:solidFill>
                                <a:srgbClr val="9C3A3A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he-IL" sz="4000" b="1" i="1" smtClean="0">
                              <a:solidFill>
                                <a:srgbClr val="9C3A3A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he-IL" sz="4000" b="1" i="1" dirty="0">
                  <a:solidFill>
                    <a:srgbClr val="9C3A3A"/>
                  </a:solidFill>
                </a:endParaRPr>
              </a:p>
            </p:txBody>
          </p:sp>
        </mc:Choice>
        <mc:Fallback xmlns="">
          <p:sp>
            <p:nvSpPr>
              <p:cNvPr id="6" name="תיבת טקסט 9">
                <a:extLst>
                  <a:ext uri="{FF2B5EF4-FFF2-40B4-BE49-F238E27FC236}">
                    <a16:creationId xmlns:a16="http://schemas.microsoft.com/office/drawing/2014/main" id="{A3F94A59-319F-2781-A1BB-B6F5D46F9C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2769086" y="3135107"/>
                <a:ext cx="486128" cy="688137"/>
              </a:xfrm>
              <a:prstGeom prst="rect">
                <a:avLst/>
              </a:prstGeom>
              <a:blipFill>
                <a:blip r:embed="rId3"/>
                <a:stretch>
                  <a:fillRect r="-3546" b="-4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מחבר ישר 10">
            <a:extLst>
              <a:ext uri="{FF2B5EF4-FFF2-40B4-BE49-F238E27FC236}">
                <a16:creationId xmlns:a16="http://schemas.microsoft.com/office/drawing/2014/main" id="{0548E941-DAC1-336A-E021-BC6EBCE64373}"/>
              </a:ext>
            </a:extLst>
          </p:cNvPr>
          <p:cNvCxnSpPr>
            <a:cxnSpLocks/>
          </p:cNvCxnSpPr>
          <p:nvPr/>
        </p:nvCxnSpPr>
        <p:spPr>
          <a:xfrm rot="5400000">
            <a:off x="3320373" y="2703899"/>
            <a:ext cx="720000" cy="720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סוגר מסולסל שמאלי 11">
            <a:extLst>
              <a:ext uri="{FF2B5EF4-FFF2-40B4-BE49-F238E27FC236}">
                <a16:creationId xmlns:a16="http://schemas.microsoft.com/office/drawing/2014/main" id="{77CD781E-D943-FCF6-E02C-00C36B58898F}"/>
              </a:ext>
            </a:extLst>
          </p:cNvPr>
          <p:cNvSpPr/>
          <p:nvPr/>
        </p:nvSpPr>
        <p:spPr>
          <a:xfrm rot="5400000">
            <a:off x="5432028" y="2203340"/>
            <a:ext cx="464028" cy="4835114"/>
          </a:xfrm>
          <a:prstGeom prst="leftBrace">
            <a:avLst/>
          </a:prstGeom>
          <a:ln w="28575">
            <a:solidFill>
              <a:schemeClr val="tx1"/>
            </a:solidFill>
          </a:ln>
          <a:scene3d>
            <a:camera prst="orthographicFront">
              <a:rot lat="0" lon="0" rev="1890000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תיבת טקסט 12">
                <a:extLst>
                  <a:ext uri="{FF2B5EF4-FFF2-40B4-BE49-F238E27FC236}">
                    <a16:creationId xmlns:a16="http://schemas.microsoft.com/office/drawing/2014/main" id="{3C43B898-143B-82E8-F6D0-B35DE9E5AA5B}"/>
                  </a:ext>
                </a:extLst>
              </p:cNvPr>
              <p:cNvSpPr txBox="1"/>
              <p:nvPr/>
            </p:nvSpPr>
            <p:spPr>
              <a:xfrm>
                <a:off x="4255742" y="4033021"/>
                <a:ext cx="3653176" cy="369332"/>
              </a:xfrm>
              <a:prstGeom prst="rect">
                <a:avLst/>
              </a:prstGeom>
              <a:noFill/>
              <a:scene3d>
                <a:camera prst="orthographicFront">
                  <a:rot lat="0" lon="0" rev="18900000"/>
                </a:camera>
                <a:lightRig rig="threePt" dir="t"/>
              </a:scene3d>
            </p:spPr>
            <p:txBody>
              <a:bodyPr wrap="squar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he-IL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e-IL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he-IL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  <m:r>
                            <a:rPr lang="he-IL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he-IL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תיבת טקסט 12">
                <a:extLst>
                  <a:ext uri="{FF2B5EF4-FFF2-40B4-BE49-F238E27FC236}">
                    <a16:creationId xmlns:a16="http://schemas.microsoft.com/office/drawing/2014/main" id="{3C43B898-143B-82E8-F6D0-B35DE9E5AA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5742" y="4033021"/>
                <a:ext cx="365317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סוגר מסולסל שמאלי 13">
            <a:extLst>
              <a:ext uri="{FF2B5EF4-FFF2-40B4-BE49-F238E27FC236}">
                <a16:creationId xmlns:a16="http://schemas.microsoft.com/office/drawing/2014/main" id="{B2625A0E-342A-BFDB-4DD3-813C57F34BC8}"/>
              </a:ext>
            </a:extLst>
          </p:cNvPr>
          <p:cNvSpPr/>
          <p:nvPr/>
        </p:nvSpPr>
        <p:spPr>
          <a:xfrm rot="5400000" flipV="1">
            <a:off x="1999889" y="-1095341"/>
            <a:ext cx="464028" cy="4553903"/>
          </a:xfrm>
          <a:prstGeom prst="leftBrace">
            <a:avLst/>
          </a:prstGeom>
          <a:ln w="28575">
            <a:solidFill>
              <a:schemeClr val="tx1"/>
            </a:solidFill>
          </a:ln>
          <a:scene3d>
            <a:camera prst="orthographicFront">
              <a:rot lat="0" lon="0" rev="1890000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תיבת טקסט 14">
                <a:extLst>
                  <a:ext uri="{FF2B5EF4-FFF2-40B4-BE49-F238E27FC236}">
                    <a16:creationId xmlns:a16="http://schemas.microsoft.com/office/drawing/2014/main" id="{B019CC40-6709-B655-1F8C-A9483CE59222}"/>
                  </a:ext>
                </a:extLst>
              </p:cNvPr>
              <p:cNvSpPr txBox="1"/>
              <p:nvPr/>
            </p:nvSpPr>
            <p:spPr>
              <a:xfrm>
                <a:off x="1270695" y="1074417"/>
                <a:ext cx="3653176" cy="369332"/>
              </a:xfrm>
              <a:prstGeom prst="rect">
                <a:avLst/>
              </a:prstGeom>
              <a:noFill/>
              <a:scene3d>
                <a:camera prst="orthographicFront">
                  <a:rot lat="0" lon="0" rev="18900000"/>
                </a:camera>
                <a:lightRig rig="threePt" dir="t"/>
              </a:scene3d>
            </p:spPr>
            <p:txBody>
              <a:bodyPr wrap="squar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he-IL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e-IL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he-IL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  <m:r>
                            <a:rPr lang="he-IL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he-IL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תיבת טקסט 14">
                <a:extLst>
                  <a:ext uri="{FF2B5EF4-FFF2-40B4-BE49-F238E27FC236}">
                    <a16:creationId xmlns:a16="http://schemas.microsoft.com/office/drawing/2014/main" id="{B019CC40-6709-B655-1F8C-A9483CE59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695" y="1074417"/>
                <a:ext cx="365317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מחבר ישר 17">
            <a:extLst>
              <a:ext uri="{FF2B5EF4-FFF2-40B4-BE49-F238E27FC236}">
                <a16:creationId xmlns:a16="http://schemas.microsoft.com/office/drawing/2014/main" id="{8D5CC476-9370-0AD1-0C0A-94BD3CDB88E9}"/>
              </a:ext>
            </a:extLst>
          </p:cNvPr>
          <p:cNvCxnSpPr>
            <a:cxnSpLocks/>
          </p:cNvCxnSpPr>
          <p:nvPr/>
        </p:nvCxnSpPr>
        <p:spPr>
          <a:xfrm>
            <a:off x="542655" y="-86365"/>
            <a:ext cx="9000000" cy="900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תיבת טקסט 21">
            <a:extLst>
              <a:ext uri="{FF2B5EF4-FFF2-40B4-BE49-F238E27FC236}">
                <a16:creationId xmlns:a16="http://schemas.microsoft.com/office/drawing/2014/main" id="{689F38AC-68E0-6535-0CB8-E98F30C2B7F0}"/>
              </a:ext>
            </a:extLst>
          </p:cNvPr>
          <p:cNvSpPr txBox="1"/>
          <p:nvPr/>
        </p:nvSpPr>
        <p:spPr>
          <a:xfrm>
            <a:off x="5096559" y="349431"/>
            <a:ext cx="4265198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4200" dirty="0">
                <a:solidFill>
                  <a:srgbClr val="11819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אקסיומת השלמות</a:t>
            </a:r>
          </a:p>
          <a:p>
            <a:pPr algn="ctr" rtl="1"/>
            <a:r>
              <a:rPr lang="he-IL" sz="2800" dirty="0">
                <a:solidFill>
                  <a:srgbClr val="11819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סיכומי הרצאות במתמטיקה</a:t>
            </a:r>
          </a:p>
        </p:txBody>
      </p:sp>
    </p:spTree>
    <p:extLst>
      <p:ext uri="{BB962C8B-B14F-4D97-AF65-F5344CB8AC3E}">
        <p14:creationId xmlns:p14="http://schemas.microsoft.com/office/powerpoint/2010/main" val="1537959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29</TotalTime>
  <Words>18</Words>
  <Application>Microsoft Office PowerPoint</Application>
  <PresentationFormat>Custom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Suez One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Sraya Ansbacher</dc:creator>
  <cp:lastModifiedBy>Sraya Ansbacher</cp:lastModifiedBy>
  <cp:revision>12</cp:revision>
  <dcterms:created xsi:type="dcterms:W3CDTF">2023-12-20T08:18:02Z</dcterms:created>
  <dcterms:modified xsi:type="dcterms:W3CDTF">2024-12-28T12:20:45Z</dcterms:modified>
</cp:coreProperties>
</file>