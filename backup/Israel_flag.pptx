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sldIdLst>
    <p:sldId id="257" r:id="rId2"/>
  </p:sldIdLst>
  <p:sldSz cx="7199313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677" autoAdjust="0"/>
    <p:restoredTop sz="94660"/>
  </p:normalViewPr>
  <p:slideViewPr>
    <p:cSldViewPr snapToGrid="0">
      <p:cViewPr>
        <p:scale>
          <a:sx n="10" d="100"/>
          <a:sy n="10" d="100"/>
        </p:scale>
        <p:origin x="304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4713405"/>
            <a:ext cx="6119416" cy="1002681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15126892"/>
            <a:ext cx="5399485" cy="6953434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90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7052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7180114"/>
            <a:ext cx="6209407" cy="1198017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19273626"/>
            <a:ext cx="6209407" cy="6300091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769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7666780"/>
            <a:ext cx="3059708" cy="18273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7666780"/>
            <a:ext cx="3059708" cy="18273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80009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533362"/>
            <a:ext cx="6209407" cy="556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7060106"/>
            <a:ext cx="3045646" cy="3460049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0520155"/>
            <a:ext cx="3045646" cy="1547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7060106"/>
            <a:ext cx="3060646" cy="3460049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0520155"/>
            <a:ext cx="3060646" cy="1547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1851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9730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612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1920028"/>
            <a:ext cx="2321966" cy="6720099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4146734"/>
            <a:ext cx="3644652" cy="20466969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8640127"/>
            <a:ext cx="2321966" cy="1600690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7892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1920028"/>
            <a:ext cx="2321966" cy="6720099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4146734"/>
            <a:ext cx="3644652" cy="20466969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8640127"/>
            <a:ext cx="2321966" cy="1600690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960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242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1533356"/>
            <a:ext cx="1552352" cy="24407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1533356"/>
            <a:ext cx="4567064" cy="24407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949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1533362"/>
            <a:ext cx="6209407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7666780"/>
            <a:ext cx="6209407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26693734"/>
            <a:ext cx="1619845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718FD-C9C3-42B0-A52A-2E2A79B19FB7}" type="datetimeFigureOut">
              <a:rPr lang="he-IL" smtClean="0"/>
              <a:t>ט"ו/חשון/תשפ"ה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26693734"/>
            <a:ext cx="2429768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26693734"/>
            <a:ext cx="1619845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E0C69-51B6-4C08-9475-23B4AE871D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697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34B8E2A-9DD1-6DCA-3699-B00D14ED5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498" y="12575967"/>
            <a:ext cx="3158316" cy="3648061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</p:pic>
      <p:sp>
        <p:nvSpPr>
          <p:cNvPr id="3" name="מלבן 7">
            <a:extLst>
              <a:ext uri="{FF2B5EF4-FFF2-40B4-BE49-F238E27FC236}">
                <a16:creationId xmlns:a16="http://schemas.microsoft.com/office/drawing/2014/main" id="{04EDDC8F-C900-78EB-5B28-F9A718614013}"/>
              </a:ext>
            </a:extLst>
          </p:cNvPr>
          <p:cNvSpPr/>
          <p:nvPr/>
        </p:nvSpPr>
        <p:spPr>
          <a:xfrm>
            <a:off x="5869337" y="-2"/>
            <a:ext cx="792480" cy="28800000"/>
          </a:xfrm>
          <a:prstGeom prst="rect">
            <a:avLst/>
          </a:prstGeom>
          <a:solidFill>
            <a:srgbClr val="05058A"/>
          </a:solidFill>
          <a:ln>
            <a:solidFill>
              <a:srgbClr val="050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מלבן 8">
            <a:extLst>
              <a:ext uri="{FF2B5EF4-FFF2-40B4-BE49-F238E27FC236}">
                <a16:creationId xmlns:a16="http://schemas.microsoft.com/office/drawing/2014/main" id="{CB2C1EAA-2907-1D24-28E5-ED74D4F56989}"/>
              </a:ext>
            </a:extLst>
          </p:cNvPr>
          <p:cNvSpPr/>
          <p:nvPr/>
        </p:nvSpPr>
        <p:spPr>
          <a:xfrm>
            <a:off x="537496" y="-1"/>
            <a:ext cx="792480" cy="28800000"/>
          </a:xfrm>
          <a:prstGeom prst="rect">
            <a:avLst/>
          </a:prstGeom>
          <a:solidFill>
            <a:srgbClr val="05058A"/>
          </a:solidFill>
          <a:ln>
            <a:solidFill>
              <a:srgbClr val="050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1342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Sraya Ansbacher</dc:creator>
  <cp:lastModifiedBy>Sraya Ansbacher</cp:lastModifiedBy>
  <cp:revision>2</cp:revision>
  <dcterms:created xsi:type="dcterms:W3CDTF">2023-12-30T18:39:00Z</dcterms:created>
  <dcterms:modified xsi:type="dcterms:W3CDTF">2024-11-16T12:19:38Z</dcterms:modified>
</cp:coreProperties>
</file>