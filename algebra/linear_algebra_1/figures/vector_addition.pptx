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62" r:id="rId2"/>
    <p:sldId id="263" r:id="rId3"/>
    <p:sldId id="264" r:id="rId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008000"/>
    <a:srgbClr val="000000"/>
    <a:srgbClr val="33CCCC"/>
    <a:srgbClr val="0000FF"/>
    <a:srgbClr val="990099"/>
    <a:srgbClr val="CC3300"/>
    <a:srgbClr val="00008E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>
        <p:scale>
          <a:sx n="100" d="100"/>
          <a:sy n="100" d="100"/>
        </p:scale>
        <p:origin x="1004" y="-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928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569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547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9410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083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83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099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967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1682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4648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746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54AB-93F5-4C2C-933F-1FBA0DD6E349}" type="datetimeFigureOut">
              <a:rPr lang="he-IL" smtClean="0"/>
              <a:t>י"ט/כסלו/תשפ"ד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637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858B6981-9A5A-1F71-2367-12EEBDADBC76}"/>
              </a:ext>
            </a:extLst>
          </p:cNvPr>
          <p:cNvCxnSpPr>
            <a:cxnSpLocks/>
          </p:cNvCxnSpPr>
          <p:nvPr/>
        </p:nvCxnSpPr>
        <p:spPr>
          <a:xfrm flipV="1">
            <a:off x="2209800" y="3420979"/>
            <a:ext cx="2824162" cy="2231083"/>
          </a:xfrm>
          <a:prstGeom prst="straightConnector1">
            <a:avLst/>
          </a:prstGeom>
          <a:ln w="38100">
            <a:solidFill>
              <a:srgbClr val="0000FF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B683CA2A-B4F0-9B94-B86C-591A6DDE106B}"/>
              </a:ext>
            </a:extLst>
          </p:cNvPr>
          <p:cNvCxnSpPr>
            <a:cxnSpLocks/>
          </p:cNvCxnSpPr>
          <p:nvPr/>
        </p:nvCxnSpPr>
        <p:spPr>
          <a:xfrm flipH="1" flipV="1">
            <a:off x="1619250" y="2935205"/>
            <a:ext cx="600075" cy="2726382"/>
          </a:xfrm>
          <a:prstGeom prst="straightConnector1">
            <a:avLst/>
          </a:prstGeom>
          <a:ln w="38100">
            <a:solidFill>
              <a:srgbClr val="FF0000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07CFDD99-2979-0541-C67F-B731D9C1E2CE}"/>
              </a:ext>
            </a:extLst>
          </p:cNvPr>
          <p:cNvCxnSpPr>
            <a:cxnSpLocks/>
          </p:cNvCxnSpPr>
          <p:nvPr/>
        </p:nvCxnSpPr>
        <p:spPr>
          <a:xfrm flipV="1">
            <a:off x="1619250" y="704122"/>
            <a:ext cx="2824162" cy="2231083"/>
          </a:xfrm>
          <a:prstGeom prst="straightConnector1">
            <a:avLst/>
          </a:prstGeom>
          <a:ln w="38100">
            <a:solidFill>
              <a:srgbClr val="0000FF"/>
            </a:solidFill>
            <a:prstDash val="dash"/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FC031DE4-8D45-8C4C-0DD9-D085FE4623CF}"/>
              </a:ext>
            </a:extLst>
          </p:cNvPr>
          <p:cNvCxnSpPr>
            <a:cxnSpLocks/>
          </p:cNvCxnSpPr>
          <p:nvPr/>
        </p:nvCxnSpPr>
        <p:spPr>
          <a:xfrm flipH="1" flipV="1">
            <a:off x="4417218" y="702618"/>
            <a:ext cx="600075" cy="2726382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חץ ישר 26">
            <a:extLst>
              <a:ext uri="{FF2B5EF4-FFF2-40B4-BE49-F238E27FC236}">
                <a16:creationId xmlns:a16="http://schemas.microsoft.com/office/drawing/2014/main" id="{E8D930F1-5FDB-DE29-7E38-9A3FD883704A}"/>
              </a:ext>
            </a:extLst>
          </p:cNvPr>
          <p:cNvCxnSpPr>
            <a:cxnSpLocks/>
          </p:cNvCxnSpPr>
          <p:nvPr/>
        </p:nvCxnSpPr>
        <p:spPr>
          <a:xfrm flipV="1">
            <a:off x="2219324" y="701114"/>
            <a:ext cx="2224088" cy="4911344"/>
          </a:xfrm>
          <a:prstGeom prst="straightConnector1">
            <a:avLst/>
          </a:prstGeom>
          <a:ln w="38100">
            <a:solidFill>
              <a:srgbClr val="990099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17DC8ED7-BA00-5954-9AB8-A191DFFF8B8B}"/>
                  </a:ext>
                </a:extLst>
              </p:cNvPr>
              <p:cNvSpPr txBox="1"/>
              <p:nvPr/>
            </p:nvSpPr>
            <p:spPr>
              <a:xfrm>
                <a:off x="3743325" y="4430630"/>
                <a:ext cx="3270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he-IL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17DC8ED7-BA00-5954-9AB8-A191DFFF8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325" y="4430630"/>
                <a:ext cx="327013" cy="369332"/>
              </a:xfrm>
              <a:prstGeom prst="rect">
                <a:avLst/>
              </a:prstGeom>
              <a:blipFill>
                <a:blip r:embed="rId2"/>
                <a:stretch>
                  <a:fillRect l="-11111" r="-9259" b="-3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7A3479B0-9094-5F52-3F5D-00336182FF69}"/>
                  </a:ext>
                </a:extLst>
              </p:cNvPr>
              <p:cNvSpPr txBox="1"/>
              <p:nvPr/>
            </p:nvSpPr>
            <p:spPr>
              <a:xfrm>
                <a:off x="5049185" y="3293464"/>
                <a:ext cx="3077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he-IL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7A3479B0-9094-5F52-3F5D-00336182F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185" y="3293464"/>
                <a:ext cx="307777" cy="369332"/>
              </a:xfrm>
              <a:prstGeom prst="rect">
                <a:avLst/>
              </a:prstGeom>
              <a:blipFill>
                <a:blip r:embed="rId3"/>
                <a:stretch>
                  <a:fillRect l="-19608" r="-19608" b="-98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6042E6ED-D535-0DAC-F91C-C95A9F78E059}"/>
                  </a:ext>
                </a:extLst>
              </p:cNvPr>
              <p:cNvSpPr txBox="1"/>
              <p:nvPr/>
            </p:nvSpPr>
            <p:spPr>
              <a:xfrm>
                <a:off x="1619505" y="4205289"/>
                <a:ext cx="2757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he-I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6042E6ED-D535-0DAC-F91C-C95A9F78E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505" y="4205289"/>
                <a:ext cx="275717" cy="369332"/>
              </a:xfrm>
              <a:prstGeom prst="rect">
                <a:avLst/>
              </a:prstGeom>
              <a:blipFill>
                <a:blip r:embed="rId4"/>
                <a:stretch>
                  <a:fillRect l="-13333" r="-13333" b="-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1559C7CF-13FD-1B18-18ED-F79D1009BFCC}"/>
                  </a:ext>
                </a:extLst>
              </p:cNvPr>
              <p:cNvSpPr txBox="1"/>
              <p:nvPr/>
            </p:nvSpPr>
            <p:spPr>
              <a:xfrm>
                <a:off x="1279581" y="2750539"/>
                <a:ext cx="2885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he-I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1559C7CF-13FD-1B18-18ED-F79D1009B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581" y="2750539"/>
                <a:ext cx="288541" cy="369332"/>
              </a:xfrm>
              <a:prstGeom prst="rect">
                <a:avLst/>
              </a:prstGeom>
              <a:blipFill>
                <a:blip r:embed="rId5"/>
                <a:stretch>
                  <a:fillRect l="-23404" r="-21277" b="-98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BA30C323-5789-0037-8B8C-07AD5A27BA97}"/>
                  </a:ext>
                </a:extLst>
              </p:cNvPr>
              <p:cNvSpPr txBox="1"/>
              <p:nvPr/>
            </p:nvSpPr>
            <p:spPr>
              <a:xfrm>
                <a:off x="1937742" y="5613961"/>
                <a:ext cx="3109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</m:oMath>
                  </m:oMathPara>
                </a14:m>
                <a:endParaRPr lang="he-IL" sz="24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BA30C323-5789-0037-8B8C-07AD5A27B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742" y="5613961"/>
                <a:ext cx="310983" cy="369332"/>
              </a:xfrm>
              <a:prstGeom prst="rect">
                <a:avLst/>
              </a:prstGeom>
              <a:blipFill>
                <a:blip r:embed="rId6"/>
                <a:stretch>
                  <a:fillRect l="-21569" r="-19608" b="-819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34A9862A-FA5B-45AF-1DD7-46E3B25A68BA}"/>
                  </a:ext>
                </a:extLst>
              </p:cNvPr>
              <p:cNvSpPr txBox="1"/>
              <p:nvPr/>
            </p:nvSpPr>
            <p:spPr>
              <a:xfrm rot="17739519">
                <a:off x="2592621" y="2867555"/>
                <a:ext cx="8774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990099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solidFill>
                            <a:srgbClr val="99009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990099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he-IL" sz="2400" b="1" dirty="0">
                  <a:solidFill>
                    <a:srgbClr val="990099"/>
                  </a:solidFill>
                </a:endParaRPr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34A9862A-FA5B-45AF-1DD7-46E3B25A6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739519">
                <a:off x="2592621" y="2867555"/>
                <a:ext cx="877420" cy="369332"/>
              </a:xfrm>
              <a:prstGeom prst="rect">
                <a:avLst/>
              </a:prstGeom>
              <a:blipFill>
                <a:blip r:embed="rId7"/>
                <a:stretch>
                  <a:fillRect r="-2542" b="-382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F77F70E3-48C2-4E0F-120B-ABAFC19B8C8B}"/>
                  </a:ext>
                </a:extLst>
              </p:cNvPr>
              <p:cNvSpPr txBox="1"/>
              <p:nvPr/>
            </p:nvSpPr>
            <p:spPr>
              <a:xfrm>
                <a:off x="4318876" y="350832"/>
                <a:ext cx="2773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990099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he-IL" sz="2400" b="1" dirty="0">
                  <a:solidFill>
                    <a:srgbClr val="990099"/>
                  </a:solidFill>
                </a:endParaRPr>
              </a:p>
            </p:txBody>
          </p:sp>
        </mc:Choice>
        <mc:Fallback xmlns="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F77F70E3-48C2-4E0F-120B-ABAFC19B8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876" y="350832"/>
                <a:ext cx="277319" cy="369332"/>
              </a:xfrm>
              <a:prstGeom prst="rect">
                <a:avLst/>
              </a:prstGeom>
              <a:blipFill>
                <a:blip r:embed="rId8"/>
                <a:stretch>
                  <a:fillRect l="-21739" r="-21739" b="-1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934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מחבר חץ ישר 3">
            <a:extLst>
              <a:ext uri="{FF2B5EF4-FFF2-40B4-BE49-F238E27FC236}">
                <a16:creationId xmlns:a16="http://schemas.microsoft.com/office/drawing/2014/main" id="{53A6A1A9-1F99-6611-D996-68C42F299DA2}"/>
              </a:ext>
            </a:extLst>
          </p:cNvPr>
          <p:cNvCxnSpPr>
            <a:cxnSpLocks/>
          </p:cNvCxnSpPr>
          <p:nvPr/>
        </p:nvCxnSpPr>
        <p:spPr>
          <a:xfrm flipV="1">
            <a:off x="2209800" y="299996"/>
            <a:ext cx="0" cy="69129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7BCAB185-F19A-3C21-7A28-916166614960}"/>
              </a:ext>
            </a:extLst>
          </p:cNvPr>
          <p:cNvCxnSpPr>
            <a:cxnSpLocks/>
          </p:cNvCxnSpPr>
          <p:nvPr/>
        </p:nvCxnSpPr>
        <p:spPr>
          <a:xfrm>
            <a:off x="-529851" y="6102691"/>
            <a:ext cx="7122363" cy="95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A7D5D922-D23C-D0BC-471A-4A9BC37DFECB}"/>
                  </a:ext>
                </a:extLst>
              </p:cNvPr>
              <p:cNvSpPr txBox="1"/>
              <p:nvPr/>
            </p:nvSpPr>
            <p:spPr>
              <a:xfrm>
                <a:off x="4846914" y="6107758"/>
                <a:ext cx="3880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A7D5D922-D23C-D0BC-471A-4A9BC37DF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914" y="6107758"/>
                <a:ext cx="388055" cy="369332"/>
              </a:xfrm>
              <a:prstGeom prst="rect">
                <a:avLst/>
              </a:prstGeom>
              <a:blipFill>
                <a:blip r:embed="rId2"/>
                <a:stretch>
                  <a:fillRect l="-7813" r="-4688" b="-1639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7C570C0E-A68E-FEFA-3EB6-12474809BC8C}"/>
                  </a:ext>
                </a:extLst>
              </p:cNvPr>
              <p:cNvSpPr txBox="1"/>
              <p:nvPr/>
            </p:nvSpPr>
            <p:spPr>
              <a:xfrm>
                <a:off x="1393330" y="6096136"/>
                <a:ext cx="3809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7C570C0E-A68E-FEFA-3EB6-12474809B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30" y="6096136"/>
                <a:ext cx="380937" cy="369332"/>
              </a:xfrm>
              <a:prstGeom prst="rect">
                <a:avLst/>
              </a:prstGeom>
              <a:blipFill>
                <a:blip r:embed="rId3"/>
                <a:stretch>
                  <a:fillRect l="-9677" r="-6452" b="-1639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D55558E0-6953-D0A5-21DC-4DDA2F975CFE}"/>
                  </a:ext>
                </a:extLst>
              </p:cNvPr>
              <p:cNvSpPr txBox="1"/>
              <p:nvPr/>
            </p:nvSpPr>
            <p:spPr>
              <a:xfrm>
                <a:off x="1846178" y="3671591"/>
                <a:ext cx="3897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D55558E0-6953-D0A5-21DC-4DDA2F975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178" y="3671591"/>
                <a:ext cx="389787" cy="369332"/>
              </a:xfrm>
              <a:prstGeom prst="rect">
                <a:avLst/>
              </a:prstGeom>
              <a:blipFill>
                <a:blip r:embed="rId4"/>
                <a:stretch>
                  <a:fillRect l="-17188" r="-3125" b="-278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F75D82D9-A493-13BF-E9E1-FE0E1D590EFD}"/>
                  </a:ext>
                </a:extLst>
              </p:cNvPr>
              <p:cNvSpPr txBox="1"/>
              <p:nvPr/>
            </p:nvSpPr>
            <p:spPr>
              <a:xfrm>
                <a:off x="2228847" y="3185817"/>
                <a:ext cx="3826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F75D82D9-A493-13BF-E9E1-FE0E1D590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47" y="3185817"/>
                <a:ext cx="382669" cy="369332"/>
              </a:xfrm>
              <a:prstGeom prst="rect">
                <a:avLst/>
              </a:prstGeom>
              <a:blipFill>
                <a:blip r:embed="rId5"/>
                <a:stretch>
                  <a:fillRect l="-17742" r="-4839" b="-3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B4D92515-9529-66C8-5B82-CAC225474A3C}"/>
              </a:ext>
            </a:extLst>
          </p:cNvPr>
          <p:cNvCxnSpPr>
            <a:cxnSpLocks/>
          </p:cNvCxnSpPr>
          <p:nvPr/>
        </p:nvCxnSpPr>
        <p:spPr>
          <a:xfrm flipH="1">
            <a:off x="1619250" y="3436995"/>
            <a:ext cx="600074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מחבר חץ ישר 38">
            <a:extLst>
              <a:ext uri="{FF2B5EF4-FFF2-40B4-BE49-F238E27FC236}">
                <a16:creationId xmlns:a16="http://schemas.microsoft.com/office/drawing/2014/main" id="{9E320A39-544E-9F64-1400-D8BF21235632}"/>
              </a:ext>
            </a:extLst>
          </p:cNvPr>
          <p:cNvCxnSpPr>
            <a:cxnSpLocks/>
          </p:cNvCxnSpPr>
          <p:nvPr/>
        </p:nvCxnSpPr>
        <p:spPr>
          <a:xfrm>
            <a:off x="1587358" y="3472141"/>
            <a:ext cx="0" cy="2665696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B683CA2A-B4F0-9B94-B86C-591A6DDE106B}"/>
              </a:ext>
            </a:extLst>
          </p:cNvPr>
          <p:cNvCxnSpPr>
            <a:cxnSpLocks/>
          </p:cNvCxnSpPr>
          <p:nvPr/>
        </p:nvCxnSpPr>
        <p:spPr>
          <a:xfrm flipH="1" flipV="1">
            <a:off x="1619250" y="3411455"/>
            <a:ext cx="600075" cy="2726382"/>
          </a:xfrm>
          <a:prstGeom prst="straightConnector1">
            <a:avLst/>
          </a:prstGeom>
          <a:ln w="38100">
            <a:solidFill>
              <a:srgbClr val="FF0000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858B6981-9A5A-1F71-2367-12EEBDADBC76}"/>
              </a:ext>
            </a:extLst>
          </p:cNvPr>
          <p:cNvCxnSpPr>
            <a:cxnSpLocks/>
          </p:cNvCxnSpPr>
          <p:nvPr/>
        </p:nvCxnSpPr>
        <p:spPr>
          <a:xfrm flipV="1">
            <a:off x="2209800" y="3897229"/>
            <a:ext cx="2824162" cy="2231083"/>
          </a:xfrm>
          <a:prstGeom prst="straightConnector1">
            <a:avLst/>
          </a:prstGeom>
          <a:ln w="38100">
            <a:solidFill>
              <a:srgbClr val="0000FF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מחבר חץ ישר 40">
            <a:extLst>
              <a:ext uri="{FF2B5EF4-FFF2-40B4-BE49-F238E27FC236}">
                <a16:creationId xmlns:a16="http://schemas.microsoft.com/office/drawing/2014/main" id="{3C939495-B29F-0F86-FD46-48EFBE11D226}"/>
              </a:ext>
            </a:extLst>
          </p:cNvPr>
          <p:cNvCxnSpPr>
            <a:cxnSpLocks/>
          </p:cNvCxnSpPr>
          <p:nvPr/>
        </p:nvCxnSpPr>
        <p:spPr>
          <a:xfrm>
            <a:off x="2228847" y="3914389"/>
            <a:ext cx="2817017" cy="0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FC031DE4-8D45-8C4C-0DD9-D085FE4623CF}"/>
              </a:ext>
            </a:extLst>
          </p:cNvPr>
          <p:cNvCxnSpPr>
            <a:cxnSpLocks/>
          </p:cNvCxnSpPr>
          <p:nvPr/>
        </p:nvCxnSpPr>
        <p:spPr>
          <a:xfrm flipH="1" flipV="1">
            <a:off x="4417218" y="1178868"/>
            <a:ext cx="600075" cy="2726382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07CFDD99-2979-0541-C67F-B731D9C1E2CE}"/>
              </a:ext>
            </a:extLst>
          </p:cNvPr>
          <p:cNvCxnSpPr>
            <a:cxnSpLocks/>
          </p:cNvCxnSpPr>
          <p:nvPr/>
        </p:nvCxnSpPr>
        <p:spPr>
          <a:xfrm flipV="1">
            <a:off x="1619250" y="1180372"/>
            <a:ext cx="2824162" cy="2231083"/>
          </a:xfrm>
          <a:prstGeom prst="straightConnector1">
            <a:avLst/>
          </a:prstGeom>
          <a:ln w="38100">
            <a:solidFill>
              <a:srgbClr val="0000FF"/>
            </a:solidFill>
            <a:prstDash val="dash"/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חץ ישר 26">
            <a:extLst>
              <a:ext uri="{FF2B5EF4-FFF2-40B4-BE49-F238E27FC236}">
                <a16:creationId xmlns:a16="http://schemas.microsoft.com/office/drawing/2014/main" id="{E8D930F1-5FDB-DE29-7E38-9A3FD883704A}"/>
              </a:ext>
            </a:extLst>
          </p:cNvPr>
          <p:cNvCxnSpPr>
            <a:cxnSpLocks/>
          </p:cNvCxnSpPr>
          <p:nvPr/>
        </p:nvCxnSpPr>
        <p:spPr>
          <a:xfrm flipV="1">
            <a:off x="2219324" y="1177364"/>
            <a:ext cx="2224088" cy="4911344"/>
          </a:xfrm>
          <a:prstGeom prst="straightConnector1">
            <a:avLst/>
          </a:prstGeom>
          <a:ln w="38100">
            <a:solidFill>
              <a:srgbClr val="990099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מחבר חץ ישר 49">
            <a:extLst>
              <a:ext uri="{FF2B5EF4-FFF2-40B4-BE49-F238E27FC236}">
                <a16:creationId xmlns:a16="http://schemas.microsoft.com/office/drawing/2014/main" id="{37BD6218-9EF9-E93A-F533-0BB64D74265A}"/>
              </a:ext>
            </a:extLst>
          </p:cNvPr>
          <p:cNvCxnSpPr>
            <a:cxnSpLocks/>
          </p:cNvCxnSpPr>
          <p:nvPr/>
        </p:nvCxnSpPr>
        <p:spPr>
          <a:xfrm>
            <a:off x="5033962" y="1248693"/>
            <a:ext cx="0" cy="2665696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מחבר חץ ישר 52">
            <a:extLst>
              <a:ext uri="{FF2B5EF4-FFF2-40B4-BE49-F238E27FC236}">
                <a16:creationId xmlns:a16="http://schemas.microsoft.com/office/drawing/2014/main" id="{9242661B-4ABE-2938-08B7-65A5080B6FC5}"/>
              </a:ext>
            </a:extLst>
          </p:cNvPr>
          <p:cNvCxnSpPr>
            <a:cxnSpLocks/>
          </p:cNvCxnSpPr>
          <p:nvPr/>
        </p:nvCxnSpPr>
        <p:spPr>
          <a:xfrm>
            <a:off x="5017293" y="3897229"/>
            <a:ext cx="5833" cy="2240608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חץ ישר 55">
            <a:extLst>
              <a:ext uri="{FF2B5EF4-FFF2-40B4-BE49-F238E27FC236}">
                <a16:creationId xmlns:a16="http://schemas.microsoft.com/office/drawing/2014/main" id="{303AC61B-EB22-0D41-B1D5-F80751B90156}"/>
              </a:ext>
            </a:extLst>
          </p:cNvPr>
          <p:cNvCxnSpPr>
            <a:cxnSpLocks/>
          </p:cNvCxnSpPr>
          <p:nvPr/>
        </p:nvCxnSpPr>
        <p:spPr>
          <a:xfrm flipH="1">
            <a:off x="4443412" y="1213934"/>
            <a:ext cx="600074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חץ ישר 56">
            <a:extLst>
              <a:ext uri="{FF2B5EF4-FFF2-40B4-BE49-F238E27FC236}">
                <a16:creationId xmlns:a16="http://schemas.microsoft.com/office/drawing/2014/main" id="{D39E668D-76BD-A00F-BBC2-085A9987B650}"/>
              </a:ext>
            </a:extLst>
          </p:cNvPr>
          <p:cNvCxnSpPr>
            <a:cxnSpLocks/>
          </p:cNvCxnSpPr>
          <p:nvPr/>
        </p:nvCxnSpPr>
        <p:spPr>
          <a:xfrm>
            <a:off x="1600201" y="1219732"/>
            <a:ext cx="2817017" cy="0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מחבר חץ ישר 57">
            <a:extLst>
              <a:ext uri="{FF2B5EF4-FFF2-40B4-BE49-F238E27FC236}">
                <a16:creationId xmlns:a16="http://schemas.microsoft.com/office/drawing/2014/main" id="{40A8F77B-367F-774F-37F0-241C96CB8AAD}"/>
              </a:ext>
            </a:extLst>
          </p:cNvPr>
          <p:cNvCxnSpPr>
            <a:cxnSpLocks/>
          </p:cNvCxnSpPr>
          <p:nvPr/>
        </p:nvCxnSpPr>
        <p:spPr>
          <a:xfrm>
            <a:off x="1587759" y="1213213"/>
            <a:ext cx="5833" cy="2240608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סוגר מסולסל שמאלי 58">
            <a:extLst>
              <a:ext uri="{FF2B5EF4-FFF2-40B4-BE49-F238E27FC236}">
                <a16:creationId xmlns:a16="http://schemas.microsoft.com/office/drawing/2014/main" id="{C6C9BBB6-D358-C013-6FB3-90B576DED7F9}"/>
              </a:ext>
            </a:extLst>
          </p:cNvPr>
          <p:cNvSpPr/>
          <p:nvPr/>
        </p:nvSpPr>
        <p:spPr>
          <a:xfrm>
            <a:off x="1199278" y="1196414"/>
            <a:ext cx="269765" cy="2215041"/>
          </a:xfrm>
          <a:prstGeom prst="leftBrac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תיבת טקסט 59">
                <a:extLst>
                  <a:ext uri="{FF2B5EF4-FFF2-40B4-BE49-F238E27FC236}">
                    <a16:creationId xmlns:a16="http://schemas.microsoft.com/office/drawing/2014/main" id="{A97DB600-D597-5AC1-498D-737705745632}"/>
                  </a:ext>
                </a:extLst>
              </p:cNvPr>
              <p:cNvSpPr txBox="1"/>
              <p:nvPr/>
            </p:nvSpPr>
            <p:spPr>
              <a:xfrm>
                <a:off x="886258" y="2033291"/>
                <a:ext cx="3897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0" name="תיבת טקסט 59">
                <a:extLst>
                  <a:ext uri="{FF2B5EF4-FFF2-40B4-BE49-F238E27FC236}">
                    <a16:creationId xmlns:a16="http://schemas.microsoft.com/office/drawing/2014/main" id="{A97DB600-D597-5AC1-498D-737705745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58" y="2033291"/>
                <a:ext cx="389787" cy="369332"/>
              </a:xfrm>
              <a:prstGeom prst="rect">
                <a:avLst/>
              </a:prstGeom>
              <a:blipFill>
                <a:blip r:embed="rId6"/>
                <a:stretch>
                  <a:fillRect l="-17188" r="-3125" b="-3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סוגר מסולסל ימני 60">
            <a:extLst>
              <a:ext uri="{FF2B5EF4-FFF2-40B4-BE49-F238E27FC236}">
                <a16:creationId xmlns:a16="http://schemas.microsoft.com/office/drawing/2014/main" id="{92D5024A-8AF7-27D7-404B-4AB0528053C9}"/>
              </a:ext>
            </a:extLst>
          </p:cNvPr>
          <p:cNvSpPr/>
          <p:nvPr/>
        </p:nvSpPr>
        <p:spPr>
          <a:xfrm>
            <a:off x="5152364" y="1219732"/>
            <a:ext cx="274500" cy="2685078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תיבת טקסט 61">
                <a:extLst>
                  <a:ext uri="{FF2B5EF4-FFF2-40B4-BE49-F238E27FC236}">
                    <a16:creationId xmlns:a16="http://schemas.microsoft.com/office/drawing/2014/main" id="{F6982D93-08CC-D1B9-4239-DC08A39B13BB}"/>
                  </a:ext>
                </a:extLst>
              </p:cNvPr>
              <p:cNvSpPr txBox="1"/>
              <p:nvPr/>
            </p:nvSpPr>
            <p:spPr>
              <a:xfrm>
                <a:off x="5426865" y="2303934"/>
                <a:ext cx="3826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תיבת טקסט 61">
                <a:extLst>
                  <a:ext uri="{FF2B5EF4-FFF2-40B4-BE49-F238E27FC236}">
                    <a16:creationId xmlns:a16="http://schemas.microsoft.com/office/drawing/2014/main" id="{F6982D93-08CC-D1B9-4239-DC08A39B1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865" y="2303934"/>
                <a:ext cx="382669" cy="369332"/>
              </a:xfrm>
              <a:prstGeom prst="rect">
                <a:avLst/>
              </a:prstGeom>
              <a:blipFill>
                <a:blip r:embed="rId7"/>
                <a:stretch>
                  <a:fillRect l="-17460" r="-3175" b="-278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סוגר מסולסל שמאלי 62">
            <a:extLst>
              <a:ext uri="{FF2B5EF4-FFF2-40B4-BE49-F238E27FC236}">
                <a16:creationId xmlns:a16="http://schemas.microsoft.com/office/drawing/2014/main" id="{2633A442-1B7B-7EC5-BC69-84BEC7CBFB0E}"/>
              </a:ext>
            </a:extLst>
          </p:cNvPr>
          <p:cNvSpPr/>
          <p:nvPr/>
        </p:nvSpPr>
        <p:spPr>
          <a:xfrm rot="5400000">
            <a:off x="2938117" y="-389387"/>
            <a:ext cx="186425" cy="2797753"/>
          </a:xfrm>
          <a:prstGeom prst="leftBrac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תיבת טקסט 63">
                <a:extLst>
                  <a:ext uri="{FF2B5EF4-FFF2-40B4-BE49-F238E27FC236}">
                    <a16:creationId xmlns:a16="http://schemas.microsoft.com/office/drawing/2014/main" id="{70788DCB-785D-673C-7635-EF757477A33D}"/>
                  </a:ext>
                </a:extLst>
              </p:cNvPr>
              <p:cNvSpPr txBox="1"/>
              <p:nvPr/>
            </p:nvSpPr>
            <p:spPr>
              <a:xfrm>
                <a:off x="2883400" y="489664"/>
                <a:ext cx="3880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4" name="תיבת טקסט 63">
                <a:extLst>
                  <a:ext uri="{FF2B5EF4-FFF2-40B4-BE49-F238E27FC236}">
                    <a16:creationId xmlns:a16="http://schemas.microsoft.com/office/drawing/2014/main" id="{70788DCB-785D-673C-7635-EF757477A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400" y="489664"/>
                <a:ext cx="388055" cy="369332"/>
              </a:xfrm>
              <a:prstGeom prst="rect">
                <a:avLst/>
              </a:prstGeom>
              <a:blipFill>
                <a:blip r:embed="rId8"/>
                <a:stretch>
                  <a:fillRect l="-9375" r="-4688" b="-1639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סוגר מסולסל שמאלי 64">
            <a:extLst>
              <a:ext uri="{FF2B5EF4-FFF2-40B4-BE49-F238E27FC236}">
                <a16:creationId xmlns:a16="http://schemas.microsoft.com/office/drawing/2014/main" id="{DCA2770E-A1D9-AB27-77F5-AABCDC160A4E}"/>
              </a:ext>
            </a:extLst>
          </p:cNvPr>
          <p:cNvSpPr/>
          <p:nvPr/>
        </p:nvSpPr>
        <p:spPr>
          <a:xfrm rot="5400000">
            <a:off x="4655504" y="718307"/>
            <a:ext cx="190012" cy="585951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תיבת טקסט 65">
                <a:extLst>
                  <a:ext uri="{FF2B5EF4-FFF2-40B4-BE49-F238E27FC236}">
                    <a16:creationId xmlns:a16="http://schemas.microsoft.com/office/drawing/2014/main" id="{2AC693DE-47DF-F070-9356-CB6A212BC5B8}"/>
                  </a:ext>
                </a:extLst>
              </p:cNvPr>
              <p:cNvSpPr txBox="1"/>
              <p:nvPr/>
            </p:nvSpPr>
            <p:spPr>
              <a:xfrm>
                <a:off x="4556482" y="512186"/>
                <a:ext cx="3809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תיבת טקסט 65">
                <a:extLst>
                  <a:ext uri="{FF2B5EF4-FFF2-40B4-BE49-F238E27FC236}">
                    <a16:creationId xmlns:a16="http://schemas.microsoft.com/office/drawing/2014/main" id="{2AC693DE-47DF-F070-9356-CB6A212BC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482" y="512186"/>
                <a:ext cx="380937" cy="369332"/>
              </a:xfrm>
              <a:prstGeom prst="rect">
                <a:avLst/>
              </a:prstGeom>
              <a:blipFill>
                <a:blip r:embed="rId9"/>
                <a:stretch>
                  <a:fillRect l="-7937" r="-4762" b="-1639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22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17DC8ED7-BA00-5954-9AB8-A191DFFF8B8B}"/>
                  </a:ext>
                </a:extLst>
              </p:cNvPr>
              <p:cNvSpPr txBox="1"/>
              <p:nvPr/>
            </p:nvSpPr>
            <p:spPr>
              <a:xfrm>
                <a:off x="3427553" y="4047491"/>
                <a:ext cx="3270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he-IL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17DC8ED7-BA00-5954-9AB8-A191DFFF8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553" y="4047491"/>
                <a:ext cx="327013" cy="369332"/>
              </a:xfrm>
              <a:prstGeom prst="rect">
                <a:avLst/>
              </a:prstGeom>
              <a:blipFill>
                <a:blip r:embed="rId2"/>
                <a:stretch>
                  <a:fillRect l="-11111" r="-9259" b="-163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6042E6ED-D535-0DAC-F91C-C95A9F78E059}"/>
                  </a:ext>
                </a:extLst>
              </p:cNvPr>
              <p:cNvSpPr txBox="1"/>
              <p:nvPr/>
            </p:nvSpPr>
            <p:spPr>
              <a:xfrm>
                <a:off x="1218181" y="3889214"/>
                <a:ext cx="2757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he-I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6042E6ED-D535-0DAC-F91C-C95A9F78E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181" y="3889214"/>
                <a:ext cx="275717" cy="369332"/>
              </a:xfrm>
              <a:prstGeom prst="rect">
                <a:avLst/>
              </a:prstGeom>
              <a:blipFill>
                <a:blip r:embed="rId3"/>
                <a:stretch>
                  <a:fillRect l="-13333" r="-13333" b="-327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34A9862A-FA5B-45AF-1DD7-46E3B25A68BA}"/>
                  </a:ext>
                </a:extLst>
              </p:cNvPr>
              <p:cNvSpPr txBox="1"/>
              <p:nvPr/>
            </p:nvSpPr>
            <p:spPr>
              <a:xfrm rot="17739519">
                <a:off x="2139519" y="2960515"/>
                <a:ext cx="8774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990099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solidFill>
                            <a:srgbClr val="99009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990099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he-IL" sz="2400" b="1" dirty="0">
                  <a:solidFill>
                    <a:srgbClr val="990099"/>
                  </a:solidFill>
                </a:endParaRPr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34A9862A-FA5B-45AF-1DD7-46E3B25A6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739519">
                <a:off x="2139519" y="2960515"/>
                <a:ext cx="877420" cy="369332"/>
              </a:xfrm>
              <a:prstGeom prst="rect">
                <a:avLst/>
              </a:prstGeom>
              <a:blipFill>
                <a:blip r:embed="rId4"/>
                <a:stretch>
                  <a:fillRect r="-2542" b="-382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858B6981-9A5A-1F71-2367-12EEBDADBC76}"/>
              </a:ext>
            </a:extLst>
          </p:cNvPr>
          <p:cNvCxnSpPr>
            <a:cxnSpLocks/>
          </p:cNvCxnSpPr>
          <p:nvPr/>
        </p:nvCxnSpPr>
        <p:spPr>
          <a:xfrm flipV="1">
            <a:off x="1829099" y="3181629"/>
            <a:ext cx="2872608" cy="2101057"/>
          </a:xfrm>
          <a:prstGeom prst="straightConnector1">
            <a:avLst/>
          </a:prstGeom>
          <a:ln w="38100">
            <a:solidFill>
              <a:srgbClr val="0000FF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B683CA2A-B4F0-9B94-B86C-591A6DDE106B}"/>
              </a:ext>
            </a:extLst>
          </p:cNvPr>
          <p:cNvCxnSpPr>
            <a:cxnSpLocks/>
          </p:cNvCxnSpPr>
          <p:nvPr/>
        </p:nvCxnSpPr>
        <p:spPr>
          <a:xfrm flipH="1" flipV="1">
            <a:off x="1228420" y="2724165"/>
            <a:ext cx="610368" cy="2567490"/>
          </a:xfrm>
          <a:prstGeom prst="straightConnector1">
            <a:avLst/>
          </a:prstGeom>
          <a:ln w="38100">
            <a:solidFill>
              <a:srgbClr val="FF0000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07CFDD99-2979-0541-C67F-B731D9C1E2CE}"/>
              </a:ext>
            </a:extLst>
          </p:cNvPr>
          <p:cNvCxnSpPr>
            <a:cxnSpLocks/>
          </p:cNvCxnSpPr>
          <p:nvPr/>
        </p:nvCxnSpPr>
        <p:spPr>
          <a:xfrm flipV="1">
            <a:off x="1228420" y="623109"/>
            <a:ext cx="2872608" cy="2101057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חץ ישר 26">
            <a:extLst>
              <a:ext uri="{FF2B5EF4-FFF2-40B4-BE49-F238E27FC236}">
                <a16:creationId xmlns:a16="http://schemas.microsoft.com/office/drawing/2014/main" id="{E8D930F1-5FDB-DE29-7E38-9A3FD883704A}"/>
              </a:ext>
            </a:extLst>
          </p:cNvPr>
          <p:cNvCxnSpPr>
            <a:cxnSpLocks/>
          </p:cNvCxnSpPr>
          <p:nvPr/>
        </p:nvCxnSpPr>
        <p:spPr>
          <a:xfrm flipV="1">
            <a:off x="1838788" y="620276"/>
            <a:ext cx="2262240" cy="4625113"/>
          </a:xfrm>
          <a:prstGeom prst="straightConnector1">
            <a:avLst/>
          </a:prstGeom>
          <a:ln w="38100">
            <a:solidFill>
              <a:srgbClr val="990099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חץ ישר 2">
            <a:extLst>
              <a:ext uri="{FF2B5EF4-FFF2-40B4-BE49-F238E27FC236}">
                <a16:creationId xmlns:a16="http://schemas.microsoft.com/office/drawing/2014/main" id="{78EDE36A-7B7B-4186-EE54-5A381E727507}"/>
              </a:ext>
            </a:extLst>
          </p:cNvPr>
          <p:cNvCxnSpPr>
            <a:cxnSpLocks/>
          </p:cNvCxnSpPr>
          <p:nvPr/>
        </p:nvCxnSpPr>
        <p:spPr>
          <a:xfrm>
            <a:off x="1838788" y="5281019"/>
            <a:ext cx="966971" cy="956705"/>
          </a:xfrm>
          <a:prstGeom prst="straightConnector1">
            <a:avLst/>
          </a:prstGeom>
          <a:ln w="38100">
            <a:solidFill>
              <a:srgbClr val="008000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7251D280-10F1-A8BB-776D-69CA381D415F}"/>
              </a:ext>
            </a:extLst>
          </p:cNvPr>
          <p:cNvCxnSpPr>
            <a:cxnSpLocks/>
          </p:cNvCxnSpPr>
          <p:nvPr/>
        </p:nvCxnSpPr>
        <p:spPr>
          <a:xfrm flipV="1">
            <a:off x="1848149" y="4149901"/>
            <a:ext cx="3838286" cy="1149365"/>
          </a:xfrm>
          <a:prstGeom prst="straightConnector1">
            <a:avLst/>
          </a:prstGeom>
          <a:ln w="38100">
            <a:solidFill>
              <a:srgbClr val="009999"/>
            </a:solidFill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חץ ישר 25">
            <a:extLst>
              <a:ext uri="{FF2B5EF4-FFF2-40B4-BE49-F238E27FC236}">
                <a16:creationId xmlns:a16="http://schemas.microsoft.com/office/drawing/2014/main" id="{6C532AB2-9243-A6AA-11D7-610A14E0CEAA}"/>
              </a:ext>
            </a:extLst>
          </p:cNvPr>
          <p:cNvCxnSpPr>
            <a:cxnSpLocks/>
          </p:cNvCxnSpPr>
          <p:nvPr/>
        </p:nvCxnSpPr>
        <p:spPr>
          <a:xfrm>
            <a:off x="4687832" y="3230060"/>
            <a:ext cx="966971" cy="956705"/>
          </a:xfrm>
          <a:prstGeom prst="straightConnector1">
            <a:avLst/>
          </a:prstGeom>
          <a:ln w="19050">
            <a:solidFill>
              <a:srgbClr val="008000"/>
            </a:solidFill>
            <a:prstDash val="dash"/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חץ ישר 29">
            <a:extLst>
              <a:ext uri="{FF2B5EF4-FFF2-40B4-BE49-F238E27FC236}">
                <a16:creationId xmlns:a16="http://schemas.microsoft.com/office/drawing/2014/main" id="{0782143E-90ED-93AE-8170-2341160B5E12}"/>
              </a:ext>
            </a:extLst>
          </p:cNvPr>
          <p:cNvCxnSpPr>
            <a:cxnSpLocks/>
          </p:cNvCxnSpPr>
          <p:nvPr/>
        </p:nvCxnSpPr>
        <p:spPr>
          <a:xfrm flipV="1">
            <a:off x="1200140" y="1620775"/>
            <a:ext cx="3838286" cy="1149365"/>
          </a:xfrm>
          <a:prstGeom prst="straightConnector1">
            <a:avLst/>
          </a:prstGeom>
          <a:ln w="19050">
            <a:solidFill>
              <a:srgbClr val="33CCCC"/>
            </a:solidFill>
            <a:prstDash val="dash"/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מחבר חץ ישר 30">
            <a:extLst>
              <a:ext uri="{FF2B5EF4-FFF2-40B4-BE49-F238E27FC236}">
                <a16:creationId xmlns:a16="http://schemas.microsoft.com/office/drawing/2014/main" id="{54E8117D-DFE9-C552-E18C-08B8F7827B2B}"/>
              </a:ext>
            </a:extLst>
          </p:cNvPr>
          <p:cNvCxnSpPr>
            <a:cxnSpLocks/>
          </p:cNvCxnSpPr>
          <p:nvPr/>
        </p:nvCxnSpPr>
        <p:spPr>
          <a:xfrm>
            <a:off x="4061929" y="654545"/>
            <a:ext cx="966971" cy="956705"/>
          </a:xfrm>
          <a:prstGeom prst="straightConnector1">
            <a:avLst/>
          </a:prstGeom>
          <a:ln w="19050">
            <a:solidFill>
              <a:srgbClr val="008000"/>
            </a:solidFill>
            <a:prstDash val="dash"/>
            <a:headEnd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07BC9DD5-AFA9-1CF0-4A67-0D3F45554A6F}"/>
                  </a:ext>
                </a:extLst>
              </p:cNvPr>
              <p:cNvSpPr txBox="1"/>
              <p:nvPr/>
            </p:nvSpPr>
            <p:spPr>
              <a:xfrm rot="20582302">
                <a:off x="3508895" y="4684786"/>
                <a:ext cx="8918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he-IL" sz="2400" b="1" dirty="0">
                  <a:solidFill>
                    <a:srgbClr val="009999"/>
                  </a:solidFill>
                </a:endParaRPr>
              </a:p>
            </p:txBody>
          </p:sp>
        </mc:Choice>
        <mc:Fallback xmlns="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07BC9DD5-AFA9-1CF0-4A67-0D3F45554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2302">
                <a:off x="3508895" y="4684786"/>
                <a:ext cx="891846" cy="369332"/>
              </a:xfrm>
              <a:prstGeom prst="rect">
                <a:avLst/>
              </a:prstGeom>
              <a:blipFill>
                <a:blip r:embed="rId5"/>
                <a:stretch>
                  <a:fillRect r="-2516" b="-19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8531EDA9-6FD0-1249-A878-2119879BE0C0}"/>
                  </a:ext>
                </a:extLst>
              </p:cNvPr>
              <p:cNvSpPr txBox="1"/>
              <p:nvPr/>
            </p:nvSpPr>
            <p:spPr>
              <a:xfrm rot="18595443">
                <a:off x="3620461" y="2557315"/>
                <a:ext cx="1594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he-IL" sz="24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8531EDA9-6FD0-1249-A878-2119879BE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595443">
                <a:off x="3620461" y="2557315"/>
                <a:ext cx="159435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BF4B3718-72EB-CBBD-C96C-1E64BCFBD5ED}"/>
                  </a:ext>
                </a:extLst>
              </p:cNvPr>
              <p:cNvSpPr txBox="1"/>
              <p:nvPr/>
            </p:nvSpPr>
            <p:spPr>
              <a:xfrm>
                <a:off x="2047744" y="5638076"/>
                <a:ext cx="2837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he-IL" sz="2400" b="1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BF4B3718-72EB-CBBD-C96C-1E64BCFBD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744" y="5638076"/>
                <a:ext cx="283731" cy="369332"/>
              </a:xfrm>
              <a:prstGeom prst="rect">
                <a:avLst/>
              </a:prstGeom>
              <a:blipFill>
                <a:blip r:embed="rId7"/>
                <a:stretch>
                  <a:fillRect l="-13043" r="-13043" b="-3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E08C7280-2F6C-B674-04BE-BE52709DC6C8}"/>
              </a:ext>
            </a:extLst>
          </p:cNvPr>
          <p:cNvCxnSpPr>
            <a:cxnSpLocks/>
          </p:cNvCxnSpPr>
          <p:nvPr/>
        </p:nvCxnSpPr>
        <p:spPr>
          <a:xfrm flipV="1">
            <a:off x="1826206" y="1611250"/>
            <a:ext cx="3202695" cy="3651955"/>
          </a:xfrm>
          <a:prstGeom prst="straightConnector1">
            <a:avLst/>
          </a:prstGeom>
          <a:ln w="38100">
            <a:solidFill>
              <a:srgbClr val="000000"/>
            </a:solidFill>
            <a:headEnd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51558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31</Words>
  <Application>Microsoft Office PowerPoint</Application>
  <PresentationFormat>מותאם אישית</PresentationFormat>
  <Paragraphs>21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ערכת נושא Office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</dc:creator>
  <cp:lastModifiedBy>Sraya Ansbacher</cp:lastModifiedBy>
  <cp:revision>17</cp:revision>
  <dcterms:created xsi:type="dcterms:W3CDTF">2022-05-05T11:53:23Z</dcterms:created>
  <dcterms:modified xsi:type="dcterms:W3CDTF">2023-12-02T13:45:56Z</dcterms:modified>
</cp:coreProperties>
</file>