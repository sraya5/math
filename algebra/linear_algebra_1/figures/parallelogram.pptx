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20" r:id="rId1"/>
  </p:sldMasterIdLst>
  <p:sldIdLst>
    <p:sldId id="261" r:id="rId2"/>
  </p:sldIdLst>
  <p:sldSz cx="611981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50"/>
    <a:srgbClr val="808000"/>
    <a:srgbClr val="0000FF"/>
    <a:srgbClr val="33CCCC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431" autoAdjust="0"/>
    <p:restoredTop sz="94660"/>
  </p:normalViewPr>
  <p:slideViewPr>
    <p:cSldViewPr snapToGrid="0">
      <p:cViewPr>
        <p:scale>
          <a:sx n="100" d="100"/>
          <a:sy n="100" d="100"/>
        </p:scale>
        <p:origin x="1252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589241"/>
            <a:ext cx="4589860" cy="1253490"/>
          </a:xfrm>
        </p:spPr>
        <p:txBody>
          <a:bodyPr anchor="b"/>
          <a:lstStyle>
            <a:lvl1pPr algn="ctr">
              <a:defRPr sz="301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1891070"/>
            <a:ext cx="4589860" cy="869275"/>
          </a:xfrm>
        </p:spPr>
        <p:txBody>
          <a:bodyPr/>
          <a:lstStyle>
            <a:lvl1pPr marL="0" indent="0" algn="ctr">
              <a:buNone/>
              <a:defRPr sz="1205"/>
            </a:lvl1pPr>
            <a:lvl2pPr marL="229514" indent="0" algn="ctr">
              <a:buNone/>
              <a:defRPr sz="1004"/>
            </a:lvl2pPr>
            <a:lvl3pPr marL="459029" indent="0" algn="ctr">
              <a:buNone/>
              <a:defRPr sz="904"/>
            </a:lvl3pPr>
            <a:lvl4pPr marL="688543" indent="0" algn="ctr">
              <a:buNone/>
              <a:defRPr sz="803"/>
            </a:lvl4pPr>
            <a:lvl5pPr marL="918058" indent="0" algn="ctr">
              <a:buNone/>
              <a:defRPr sz="803"/>
            </a:lvl5pPr>
            <a:lvl6pPr marL="1147572" indent="0" algn="ctr">
              <a:buNone/>
              <a:defRPr sz="803"/>
            </a:lvl6pPr>
            <a:lvl7pPr marL="1377086" indent="0" algn="ctr">
              <a:buNone/>
              <a:defRPr sz="803"/>
            </a:lvl7pPr>
            <a:lvl8pPr marL="1606601" indent="0" algn="ctr">
              <a:buNone/>
              <a:defRPr sz="803"/>
            </a:lvl8pPr>
            <a:lvl9pPr marL="1836115" indent="0" algn="ctr">
              <a:buNone/>
              <a:defRPr sz="803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240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407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897613"/>
            <a:ext cx="5278339" cy="1497687"/>
          </a:xfrm>
        </p:spPr>
        <p:txBody>
          <a:bodyPr anchor="b"/>
          <a:lstStyle>
            <a:lvl1pPr>
              <a:defRPr sz="301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2409468"/>
            <a:ext cx="5278339" cy="787598"/>
          </a:xfrm>
        </p:spPr>
        <p:txBody>
          <a:bodyPr/>
          <a:lstStyle>
            <a:lvl1pPr marL="0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1pPr>
            <a:lvl2pPr marL="229514" indent="0">
              <a:buNone/>
              <a:defRPr sz="1004">
                <a:solidFill>
                  <a:schemeClr val="tx1">
                    <a:tint val="75000"/>
                  </a:schemeClr>
                </a:solidFill>
              </a:defRPr>
            </a:lvl2pPr>
            <a:lvl3pPr marL="459029" indent="0">
              <a:buNone/>
              <a:defRPr sz="904">
                <a:solidFill>
                  <a:schemeClr val="tx1">
                    <a:tint val="75000"/>
                  </a:schemeClr>
                </a:solidFill>
              </a:defRPr>
            </a:lvl3pPr>
            <a:lvl4pPr marL="688543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4pPr>
            <a:lvl5pPr marL="918058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5pPr>
            <a:lvl6pPr marL="1147572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6pPr>
            <a:lvl7pPr marL="1377086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7pPr>
            <a:lvl8pPr marL="1606601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8pPr>
            <a:lvl9pPr marL="1836115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1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958453"/>
            <a:ext cx="2600921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958453"/>
            <a:ext cx="2600921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080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191691"/>
            <a:ext cx="5278339" cy="6959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882610"/>
            <a:ext cx="2588968" cy="432554"/>
          </a:xfrm>
        </p:spPr>
        <p:txBody>
          <a:bodyPr anchor="b"/>
          <a:lstStyle>
            <a:lvl1pPr marL="0" indent="0">
              <a:buNone/>
              <a:defRPr sz="1205" b="1"/>
            </a:lvl1pPr>
            <a:lvl2pPr marL="229514" indent="0">
              <a:buNone/>
              <a:defRPr sz="1004" b="1"/>
            </a:lvl2pPr>
            <a:lvl3pPr marL="459029" indent="0">
              <a:buNone/>
              <a:defRPr sz="904" b="1"/>
            </a:lvl3pPr>
            <a:lvl4pPr marL="688543" indent="0">
              <a:buNone/>
              <a:defRPr sz="803" b="1"/>
            </a:lvl4pPr>
            <a:lvl5pPr marL="918058" indent="0">
              <a:buNone/>
              <a:defRPr sz="803" b="1"/>
            </a:lvl5pPr>
            <a:lvl6pPr marL="1147572" indent="0">
              <a:buNone/>
              <a:defRPr sz="803" b="1"/>
            </a:lvl6pPr>
            <a:lvl7pPr marL="1377086" indent="0">
              <a:buNone/>
              <a:defRPr sz="803" b="1"/>
            </a:lvl7pPr>
            <a:lvl8pPr marL="1606601" indent="0">
              <a:buNone/>
              <a:defRPr sz="803" b="1"/>
            </a:lvl8pPr>
            <a:lvl9pPr marL="1836115" indent="0">
              <a:buNone/>
              <a:defRPr sz="803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1315164"/>
            <a:ext cx="2588968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882610"/>
            <a:ext cx="2601718" cy="432554"/>
          </a:xfrm>
        </p:spPr>
        <p:txBody>
          <a:bodyPr anchor="b"/>
          <a:lstStyle>
            <a:lvl1pPr marL="0" indent="0">
              <a:buNone/>
              <a:defRPr sz="1205" b="1"/>
            </a:lvl1pPr>
            <a:lvl2pPr marL="229514" indent="0">
              <a:buNone/>
              <a:defRPr sz="1004" b="1"/>
            </a:lvl2pPr>
            <a:lvl3pPr marL="459029" indent="0">
              <a:buNone/>
              <a:defRPr sz="904" b="1"/>
            </a:lvl3pPr>
            <a:lvl4pPr marL="688543" indent="0">
              <a:buNone/>
              <a:defRPr sz="803" b="1"/>
            </a:lvl4pPr>
            <a:lvl5pPr marL="918058" indent="0">
              <a:buNone/>
              <a:defRPr sz="803" b="1"/>
            </a:lvl5pPr>
            <a:lvl6pPr marL="1147572" indent="0">
              <a:buNone/>
              <a:defRPr sz="803" b="1"/>
            </a:lvl6pPr>
            <a:lvl7pPr marL="1377086" indent="0">
              <a:buNone/>
              <a:defRPr sz="803" b="1"/>
            </a:lvl7pPr>
            <a:lvl8pPr marL="1606601" indent="0">
              <a:buNone/>
              <a:defRPr sz="803" b="1"/>
            </a:lvl8pPr>
            <a:lvl9pPr marL="1836115" indent="0">
              <a:buNone/>
              <a:defRPr sz="803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1315164"/>
            <a:ext cx="2601718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658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536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29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40030"/>
            <a:ext cx="1973799" cy="840105"/>
          </a:xfrm>
        </p:spPr>
        <p:txBody>
          <a:bodyPr anchor="b"/>
          <a:lstStyle>
            <a:lvl1pPr>
              <a:defRPr sz="1606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518398"/>
            <a:ext cx="3098155" cy="2558653"/>
          </a:xfrm>
        </p:spPr>
        <p:txBody>
          <a:bodyPr/>
          <a:lstStyle>
            <a:lvl1pPr>
              <a:defRPr sz="1606"/>
            </a:lvl1pPr>
            <a:lvl2pPr>
              <a:defRPr sz="1406"/>
            </a:lvl2pPr>
            <a:lvl3pPr>
              <a:defRPr sz="1205"/>
            </a:lvl3pPr>
            <a:lvl4pPr>
              <a:defRPr sz="1004"/>
            </a:lvl4pPr>
            <a:lvl5pPr>
              <a:defRPr sz="1004"/>
            </a:lvl5pPr>
            <a:lvl6pPr>
              <a:defRPr sz="1004"/>
            </a:lvl6pPr>
            <a:lvl7pPr>
              <a:defRPr sz="1004"/>
            </a:lvl7pPr>
            <a:lvl8pPr>
              <a:defRPr sz="1004"/>
            </a:lvl8pPr>
            <a:lvl9pPr>
              <a:defRPr sz="100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080135"/>
            <a:ext cx="1973799" cy="2001084"/>
          </a:xfrm>
        </p:spPr>
        <p:txBody>
          <a:bodyPr/>
          <a:lstStyle>
            <a:lvl1pPr marL="0" indent="0">
              <a:buNone/>
              <a:defRPr sz="803"/>
            </a:lvl1pPr>
            <a:lvl2pPr marL="229514" indent="0">
              <a:buNone/>
              <a:defRPr sz="703"/>
            </a:lvl2pPr>
            <a:lvl3pPr marL="459029" indent="0">
              <a:buNone/>
              <a:defRPr sz="602"/>
            </a:lvl3pPr>
            <a:lvl4pPr marL="688543" indent="0">
              <a:buNone/>
              <a:defRPr sz="502"/>
            </a:lvl4pPr>
            <a:lvl5pPr marL="918058" indent="0">
              <a:buNone/>
              <a:defRPr sz="502"/>
            </a:lvl5pPr>
            <a:lvl6pPr marL="1147572" indent="0">
              <a:buNone/>
              <a:defRPr sz="502"/>
            </a:lvl6pPr>
            <a:lvl7pPr marL="1377086" indent="0">
              <a:buNone/>
              <a:defRPr sz="502"/>
            </a:lvl7pPr>
            <a:lvl8pPr marL="1606601" indent="0">
              <a:buNone/>
              <a:defRPr sz="502"/>
            </a:lvl8pPr>
            <a:lvl9pPr marL="1836115" indent="0">
              <a:buNone/>
              <a:defRPr sz="50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835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40030"/>
            <a:ext cx="1973799" cy="840105"/>
          </a:xfrm>
        </p:spPr>
        <p:txBody>
          <a:bodyPr anchor="b"/>
          <a:lstStyle>
            <a:lvl1pPr>
              <a:defRPr sz="1606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518398"/>
            <a:ext cx="3098155" cy="2558653"/>
          </a:xfrm>
        </p:spPr>
        <p:txBody>
          <a:bodyPr anchor="t"/>
          <a:lstStyle>
            <a:lvl1pPr marL="0" indent="0">
              <a:buNone/>
              <a:defRPr sz="1606"/>
            </a:lvl1pPr>
            <a:lvl2pPr marL="229514" indent="0">
              <a:buNone/>
              <a:defRPr sz="1406"/>
            </a:lvl2pPr>
            <a:lvl3pPr marL="459029" indent="0">
              <a:buNone/>
              <a:defRPr sz="1205"/>
            </a:lvl3pPr>
            <a:lvl4pPr marL="688543" indent="0">
              <a:buNone/>
              <a:defRPr sz="1004"/>
            </a:lvl4pPr>
            <a:lvl5pPr marL="918058" indent="0">
              <a:buNone/>
              <a:defRPr sz="1004"/>
            </a:lvl5pPr>
            <a:lvl6pPr marL="1147572" indent="0">
              <a:buNone/>
              <a:defRPr sz="1004"/>
            </a:lvl6pPr>
            <a:lvl7pPr marL="1377086" indent="0">
              <a:buNone/>
              <a:defRPr sz="1004"/>
            </a:lvl7pPr>
            <a:lvl8pPr marL="1606601" indent="0">
              <a:buNone/>
              <a:defRPr sz="1004"/>
            </a:lvl8pPr>
            <a:lvl9pPr marL="1836115" indent="0">
              <a:buNone/>
              <a:defRPr sz="1004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080135"/>
            <a:ext cx="1973799" cy="2001084"/>
          </a:xfrm>
        </p:spPr>
        <p:txBody>
          <a:bodyPr/>
          <a:lstStyle>
            <a:lvl1pPr marL="0" indent="0">
              <a:buNone/>
              <a:defRPr sz="803"/>
            </a:lvl1pPr>
            <a:lvl2pPr marL="229514" indent="0">
              <a:buNone/>
              <a:defRPr sz="703"/>
            </a:lvl2pPr>
            <a:lvl3pPr marL="459029" indent="0">
              <a:buNone/>
              <a:defRPr sz="602"/>
            </a:lvl3pPr>
            <a:lvl4pPr marL="688543" indent="0">
              <a:buNone/>
              <a:defRPr sz="502"/>
            </a:lvl4pPr>
            <a:lvl5pPr marL="918058" indent="0">
              <a:buNone/>
              <a:defRPr sz="502"/>
            </a:lvl5pPr>
            <a:lvl6pPr marL="1147572" indent="0">
              <a:buNone/>
              <a:defRPr sz="502"/>
            </a:lvl6pPr>
            <a:lvl7pPr marL="1377086" indent="0">
              <a:buNone/>
              <a:defRPr sz="502"/>
            </a:lvl7pPr>
            <a:lvl8pPr marL="1606601" indent="0">
              <a:buNone/>
              <a:defRPr sz="502"/>
            </a:lvl8pPr>
            <a:lvl9pPr marL="1836115" indent="0">
              <a:buNone/>
              <a:defRPr sz="50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770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088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191691"/>
            <a:ext cx="1319585" cy="305121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191691"/>
            <a:ext cx="3882256" cy="305121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736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191691"/>
            <a:ext cx="5278339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958453"/>
            <a:ext cx="5278339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3337084"/>
            <a:ext cx="137695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54AB-93F5-4C2C-933F-1FBA0DD6E349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3337084"/>
            <a:ext cx="206543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3337084"/>
            <a:ext cx="137695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660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59029" rtl="1" eaLnBrk="1" latinLnBrk="0" hangingPunct="1">
        <a:lnSpc>
          <a:spcPct val="90000"/>
        </a:lnSpc>
        <a:spcBef>
          <a:spcPct val="0"/>
        </a:spcBef>
        <a:buNone/>
        <a:defRPr sz="22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757" indent="-114757" algn="r" defTabSz="459029" rtl="1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1pPr>
      <a:lvl2pPr marL="344272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573786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4" kern="1200">
          <a:solidFill>
            <a:schemeClr val="tx1"/>
          </a:solidFill>
          <a:latin typeface="+mn-lt"/>
          <a:ea typeface="+mn-ea"/>
          <a:cs typeface="+mn-cs"/>
        </a:defRPr>
      </a:lvl3pPr>
      <a:lvl4pPr marL="803300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4pPr>
      <a:lvl5pPr marL="1032815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5pPr>
      <a:lvl6pPr marL="1262329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6pPr>
      <a:lvl7pPr marL="1491844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7pPr>
      <a:lvl8pPr marL="1721358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8pPr>
      <a:lvl9pPr marL="1950872" indent="-114757" algn="r" defTabSz="459029" rtl="1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9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1pPr>
      <a:lvl2pPr marL="229514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2pPr>
      <a:lvl3pPr marL="459029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3pPr>
      <a:lvl4pPr marL="688543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4pPr>
      <a:lvl5pPr marL="918058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5pPr>
      <a:lvl6pPr marL="1147572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6pPr>
      <a:lvl7pPr marL="1377086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7pPr>
      <a:lvl8pPr marL="1606601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8pPr>
      <a:lvl9pPr marL="1836115" algn="r" defTabSz="459029" rtl="1" eaLnBrk="1" latinLnBrk="0" hangingPunct="1">
        <a:defRPr sz="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FEAB58F2-9724-B0C2-68D3-64F679A4C3F6}"/>
              </a:ext>
            </a:extLst>
          </p:cNvPr>
          <p:cNvGrpSpPr/>
          <p:nvPr/>
        </p:nvGrpSpPr>
        <p:grpSpPr>
          <a:xfrm rot="20846364">
            <a:off x="-437486" y="1460391"/>
            <a:ext cx="7232650" cy="900000"/>
            <a:chOff x="-520700" y="1670050"/>
            <a:chExt cx="7232650" cy="900000"/>
          </a:xfrm>
        </p:grpSpPr>
        <p:sp>
          <p:nvSpPr>
            <p:cNvPr id="3" name="מלבן 2">
              <a:extLst>
                <a:ext uri="{FF2B5EF4-FFF2-40B4-BE49-F238E27FC236}">
                  <a16:creationId xmlns:a16="http://schemas.microsoft.com/office/drawing/2014/main" id="{73EB5275-19A2-99E1-83BE-B1D5B39411E7}"/>
                </a:ext>
              </a:extLst>
            </p:cNvPr>
            <p:cNvSpPr/>
            <p:nvPr/>
          </p:nvSpPr>
          <p:spPr>
            <a:xfrm>
              <a:off x="-520700" y="1670050"/>
              <a:ext cx="7232650" cy="90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" name="מקבילית 3">
              <a:extLst>
                <a:ext uri="{FF2B5EF4-FFF2-40B4-BE49-F238E27FC236}">
                  <a16:creationId xmlns:a16="http://schemas.microsoft.com/office/drawing/2014/main" id="{636F7F3E-5B20-7A64-2709-0E3CB07FAF70}"/>
                </a:ext>
              </a:extLst>
            </p:cNvPr>
            <p:cNvSpPr/>
            <p:nvPr/>
          </p:nvSpPr>
          <p:spPr>
            <a:xfrm>
              <a:off x="4476750" y="1670050"/>
              <a:ext cx="1260000" cy="900000"/>
            </a:xfrm>
            <a:prstGeom prst="parallelogram">
              <a:avLst>
                <a:gd name="adj" fmla="val 41228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מקבילית 4">
              <a:extLst>
                <a:ext uri="{FF2B5EF4-FFF2-40B4-BE49-F238E27FC236}">
                  <a16:creationId xmlns:a16="http://schemas.microsoft.com/office/drawing/2014/main" id="{AA28B706-D346-9199-9D42-40083C5FC2D5}"/>
                </a:ext>
              </a:extLst>
            </p:cNvPr>
            <p:cNvSpPr/>
            <p:nvPr/>
          </p:nvSpPr>
          <p:spPr>
            <a:xfrm flipH="1">
              <a:off x="254000" y="1670050"/>
              <a:ext cx="2190750" cy="900000"/>
            </a:xfrm>
            <a:prstGeom prst="parallelogram">
              <a:avLst>
                <a:gd name="adj" fmla="val 14635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C2EEAA59-A7DB-1DF8-01A1-DD76F68F2C4C}"/>
                </a:ext>
              </a:extLst>
            </p:cNvPr>
            <p:cNvSpPr/>
            <p:nvPr/>
          </p:nvSpPr>
          <p:spPr>
            <a:xfrm>
              <a:off x="2889250" y="1670050"/>
              <a:ext cx="882650" cy="900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2893284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214</TotalTime>
  <Words>0</Words>
  <Application>Microsoft Office PowerPoint</Application>
  <PresentationFormat>מותאם אישית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Sraya Ansbacher</cp:lastModifiedBy>
  <cp:revision>22</cp:revision>
  <dcterms:created xsi:type="dcterms:W3CDTF">2022-05-05T11:53:23Z</dcterms:created>
  <dcterms:modified xsi:type="dcterms:W3CDTF">2023-12-03T08:33:52Z</dcterms:modified>
</cp:coreProperties>
</file>