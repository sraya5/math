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2" r:id="rId1"/>
  </p:sldMasterIdLst>
  <p:sldIdLst>
    <p:sldId id="256" r:id="rId2"/>
  </p:sldIdLst>
  <p:sldSz cx="7920038" cy="6119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71" d="100"/>
          <a:sy n="71" d="100"/>
        </p:scale>
        <p:origin x="141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4003" y="1001553"/>
            <a:ext cx="6732032" cy="2130602"/>
          </a:xfrm>
        </p:spPr>
        <p:txBody>
          <a:bodyPr anchor="b"/>
          <a:lstStyle>
            <a:lvl1pPr algn="ctr">
              <a:defRPr sz="5197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90005" y="3214319"/>
            <a:ext cx="5940029" cy="1477538"/>
          </a:xfrm>
        </p:spPr>
        <p:txBody>
          <a:bodyPr/>
          <a:lstStyle>
            <a:lvl1pPr marL="0" indent="0" algn="ctr">
              <a:buNone/>
              <a:defRPr sz="2079"/>
            </a:lvl1pPr>
            <a:lvl2pPr marL="395981" indent="0" algn="ctr">
              <a:buNone/>
              <a:defRPr sz="1732"/>
            </a:lvl2pPr>
            <a:lvl3pPr marL="791962" indent="0" algn="ctr">
              <a:buNone/>
              <a:defRPr sz="1559"/>
            </a:lvl3pPr>
            <a:lvl4pPr marL="1187943" indent="0" algn="ctr">
              <a:buNone/>
              <a:defRPr sz="1386"/>
            </a:lvl4pPr>
            <a:lvl5pPr marL="1583924" indent="0" algn="ctr">
              <a:buNone/>
              <a:defRPr sz="1386"/>
            </a:lvl5pPr>
            <a:lvl6pPr marL="1979905" indent="0" algn="ctr">
              <a:buNone/>
              <a:defRPr sz="1386"/>
            </a:lvl6pPr>
            <a:lvl7pPr marL="2375886" indent="0" algn="ctr">
              <a:buNone/>
              <a:defRPr sz="1386"/>
            </a:lvl7pPr>
            <a:lvl8pPr marL="2771866" indent="0" algn="ctr">
              <a:buNone/>
              <a:defRPr sz="1386"/>
            </a:lvl8pPr>
            <a:lvl9pPr marL="3167847" indent="0" algn="ctr">
              <a:buNone/>
              <a:defRPr sz="1386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5C6C3-0C2E-434E-95D1-293AE5CCCB80}" type="datetimeFigureOut">
              <a:rPr lang="he-IL" smtClean="0"/>
              <a:t>כ'/כסלו/תשפ"ד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4A190-8671-4711-95F0-4E071531B9F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1067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5C6C3-0C2E-434E-95D1-293AE5CCCB80}" type="datetimeFigureOut">
              <a:rPr lang="he-IL" smtClean="0"/>
              <a:t>כ'/כסלו/תשפ"ד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4A190-8671-4711-95F0-4E071531B9F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29847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0378" y="1525705"/>
            <a:ext cx="6831033" cy="2545672"/>
          </a:xfrm>
        </p:spPr>
        <p:txBody>
          <a:bodyPr anchor="b"/>
          <a:lstStyle>
            <a:lvl1pPr>
              <a:defRPr sz="5197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0378" y="4095460"/>
            <a:ext cx="6831033" cy="1338709"/>
          </a:xfrm>
        </p:spPr>
        <p:txBody>
          <a:bodyPr/>
          <a:lstStyle>
            <a:lvl1pPr marL="0" indent="0">
              <a:buNone/>
              <a:defRPr sz="2079">
                <a:solidFill>
                  <a:schemeClr val="tx1"/>
                </a:solidFill>
              </a:defRPr>
            </a:lvl1pPr>
            <a:lvl2pPr marL="395981" indent="0">
              <a:buNone/>
              <a:defRPr sz="1732">
                <a:solidFill>
                  <a:schemeClr val="tx1">
                    <a:tint val="75000"/>
                  </a:schemeClr>
                </a:solidFill>
              </a:defRPr>
            </a:lvl2pPr>
            <a:lvl3pPr marL="791962" indent="0">
              <a:buNone/>
              <a:defRPr sz="1559">
                <a:solidFill>
                  <a:schemeClr val="tx1">
                    <a:tint val="75000"/>
                  </a:schemeClr>
                </a:solidFill>
              </a:defRPr>
            </a:lvl3pPr>
            <a:lvl4pPr marL="1187943" indent="0">
              <a:buNone/>
              <a:defRPr sz="1386">
                <a:solidFill>
                  <a:schemeClr val="tx1">
                    <a:tint val="75000"/>
                  </a:schemeClr>
                </a:solidFill>
              </a:defRPr>
            </a:lvl4pPr>
            <a:lvl5pPr marL="1583924" indent="0">
              <a:buNone/>
              <a:defRPr sz="1386">
                <a:solidFill>
                  <a:schemeClr val="tx1">
                    <a:tint val="75000"/>
                  </a:schemeClr>
                </a:solidFill>
              </a:defRPr>
            </a:lvl5pPr>
            <a:lvl6pPr marL="1979905" indent="0">
              <a:buNone/>
              <a:defRPr sz="1386">
                <a:solidFill>
                  <a:schemeClr val="tx1">
                    <a:tint val="75000"/>
                  </a:schemeClr>
                </a:solidFill>
              </a:defRPr>
            </a:lvl6pPr>
            <a:lvl7pPr marL="2375886" indent="0">
              <a:buNone/>
              <a:defRPr sz="1386">
                <a:solidFill>
                  <a:schemeClr val="tx1">
                    <a:tint val="75000"/>
                  </a:schemeClr>
                </a:solidFill>
              </a:defRPr>
            </a:lvl7pPr>
            <a:lvl8pPr marL="2771866" indent="0">
              <a:buNone/>
              <a:defRPr sz="1386">
                <a:solidFill>
                  <a:schemeClr val="tx1">
                    <a:tint val="75000"/>
                  </a:schemeClr>
                </a:solidFill>
              </a:defRPr>
            </a:lvl8pPr>
            <a:lvl9pPr marL="3167847" indent="0">
              <a:buNone/>
              <a:defRPr sz="138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5C6C3-0C2E-434E-95D1-293AE5CCCB80}" type="datetimeFigureOut">
              <a:rPr lang="he-IL" smtClean="0"/>
              <a:t>כ'/כסלו/תשפ"ד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4A190-8671-4711-95F0-4E071531B9F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043871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4503" y="1629117"/>
            <a:ext cx="3366016" cy="3882965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09519" y="1629117"/>
            <a:ext cx="3366016" cy="3882965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5C6C3-0C2E-434E-95D1-293AE5CCCB80}" type="datetimeFigureOut">
              <a:rPr lang="he-IL" smtClean="0"/>
              <a:t>כ'/כסלו/תשפ"ד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4A190-8671-4711-95F0-4E071531B9F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61761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325825"/>
            <a:ext cx="6831033" cy="118288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5535" y="1500205"/>
            <a:ext cx="3350547" cy="735227"/>
          </a:xfrm>
        </p:spPr>
        <p:txBody>
          <a:bodyPr anchor="b"/>
          <a:lstStyle>
            <a:lvl1pPr marL="0" indent="0">
              <a:buNone/>
              <a:defRPr sz="2079" b="1"/>
            </a:lvl1pPr>
            <a:lvl2pPr marL="395981" indent="0">
              <a:buNone/>
              <a:defRPr sz="1732" b="1"/>
            </a:lvl2pPr>
            <a:lvl3pPr marL="791962" indent="0">
              <a:buNone/>
              <a:defRPr sz="1559" b="1"/>
            </a:lvl3pPr>
            <a:lvl4pPr marL="1187943" indent="0">
              <a:buNone/>
              <a:defRPr sz="1386" b="1"/>
            </a:lvl4pPr>
            <a:lvl5pPr marL="1583924" indent="0">
              <a:buNone/>
              <a:defRPr sz="1386" b="1"/>
            </a:lvl5pPr>
            <a:lvl6pPr marL="1979905" indent="0">
              <a:buNone/>
              <a:defRPr sz="1386" b="1"/>
            </a:lvl6pPr>
            <a:lvl7pPr marL="2375886" indent="0">
              <a:buNone/>
              <a:defRPr sz="1386" b="1"/>
            </a:lvl7pPr>
            <a:lvl8pPr marL="2771866" indent="0">
              <a:buNone/>
              <a:defRPr sz="1386" b="1"/>
            </a:lvl8pPr>
            <a:lvl9pPr marL="3167847" indent="0">
              <a:buNone/>
              <a:defRPr sz="1386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5535" y="2235432"/>
            <a:ext cx="3350547" cy="3287983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009520" y="1500205"/>
            <a:ext cx="3367048" cy="735227"/>
          </a:xfrm>
        </p:spPr>
        <p:txBody>
          <a:bodyPr anchor="b"/>
          <a:lstStyle>
            <a:lvl1pPr marL="0" indent="0">
              <a:buNone/>
              <a:defRPr sz="2079" b="1"/>
            </a:lvl1pPr>
            <a:lvl2pPr marL="395981" indent="0">
              <a:buNone/>
              <a:defRPr sz="1732" b="1"/>
            </a:lvl2pPr>
            <a:lvl3pPr marL="791962" indent="0">
              <a:buNone/>
              <a:defRPr sz="1559" b="1"/>
            </a:lvl3pPr>
            <a:lvl4pPr marL="1187943" indent="0">
              <a:buNone/>
              <a:defRPr sz="1386" b="1"/>
            </a:lvl4pPr>
            <a:lvl5pPr marL="1583924" indent="0">
              <a:buNone/>
              <a:defRPr sz="1386" b="1"/>
            </a:lvl5pPr>
            <a:lvl6pPr marL="1979905" indent="0">
              <a:buNone/>
              <a:defRPr sz="1386" b="1"/>
            </a:lvl6pPr>
            <a:lvl7pPr marL="2375886" indent="0">
              <a:buNone/>
              <a:defRPr sz="1386" b="1"/>
            </a:lvl7pPr>
            <a:lvl8pPr marL="2771866" indent="0">
              <a:buNone/>
              <a:defRPr sz="1386" b="1"/>
            </a:lvl8pPr>
            <a:lvl9pPr marL="3167847" indent="0">
              <a:buNone/>
              <a:defRPr sz="1386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009520" y="2235432"/>
            <a:ext cx="3367048" cy="3287983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5C6C3-0C2E-434E-95D1-293AE5CCCB80}" type="datetimeFigureOut">
              <a:rPr lang="he-IL" smtClean="0"/>
              <a:t>כ'/כסלו/תשפ"ד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4A190-8671-4711-95F0-4E071531B9F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17080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5C6C3-0C2E-434E-95D1-293AE5CCCB80}" type="datetimeFigureOut">
              <a:rPr lang="he-IL" smtClean="0"/>
              <a:t>כ'/כסלו/תשפ"ד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4A190-8671-4711-95F0-4E071531B9F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31986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5C6C3-0C2E-434E-95D1-293AE5CCCB80}" type="datetimeFigureOut">
              <a:rPr lang="he-IL" smtClean="0"/>
              <a:t>כ'/כסלו/תשפ"ד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4A190-8671-4711-95F0-4E071531B9F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786495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407988"/>
            <a:ext cx="2554418" cy="1427956"/>
          </a:xfrm>
        </p:spPr>
        <p:txBody>
          <a:bodyPr anchor="b"/>
          <a:lstStyle>
            <a:lvl1pPr>
              <a:defRPr sz="2772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67048" y="881141"/>
            <a:ext cx="4009519" cy="4349034"/>
          </a:xfrm>
        </p:spPr>
        <p:txBody>
          <a:bodyPr/>
          <a:lstStyle>
            <a:lvl1pPr>
              <a:defRPr sz="2772"/>
            </a:lvl1pPr>
            <a:lvl2pPr>
              <a:defRPr sz="2425"/>
            </a:lvl2pPr>
            <a:lvl3pPr>
              <a:defRPr sz="2079"/>
            </a:lvl3pPr>
            <a:lvl4pPr>
              <a:defRPr sz="1732"/>
            </a:lvl4pPr>
            <a:lvl5pPr>
              <a:defRPr sz="1732"/>
            </a:lvl5pPr>
            <a:lvl6pPr>
              <a:defRPr sz="1732"/>
            </a:lvl6pPr>
            <a:lvl7pPr>
              <a:defRPr sz="1732"/>
            </a:lvl7pPr>
            <a:lvl8pPr>
              <a:defRPr sz="1732"/>
            </a:lvl8pPr>
            <a:lvl9pPr>
              <a:defRPr sz="1732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5534" y="1835944"/>
            <a:ext cx="2554418" cy="3401313"/>
          </a:xfrm>
        </p:spPr>
        <p:txBody>
          <a:bodyPr/>
          <a:lstStyle>
            <a:lvl1pPr marL="0" indent="0">
              <a:buNone/>
              <a:defRPr sz="1386"/>
            </a:lvl1pPr>
            <a:lvl2pPr marL="395981" indent="0">
              <a:buNone/>
              <a:defRPr sz="1213"/>
            </a:lvl2pPr>
            <a:lvl3pPr marL="791962" indent="0">
              <a:buNone/>
              <a:defRPr sz="1039"/>
            </a:lvl3pPr>
            <a:lvl4pPr marL="1187943" indent="0">
              <a:buNone/>
              <a:defRPr sz="866"/>
            </a:lvl4pPr>
            <a:lvl5pPr marL="1583924" indent="0">
              <a:buNone/>
              <a:defRPr sz="866"/>
            </a:lvl5pPr>
            <a:lvl6pPr marL="1979905" indent="0">
              <a:buNone/>
              <a:defRPr sz="866"/>
            </a:lvl6pPr>
            <a:lvl7pPr marL="2375886" indent="0">
              <a:buNone/>
              <a:defRPr sz="866"/>
            </a:lvl7pPr>
            <a:lvl8pPr marL="2771866" indent="0">
              <a:buNone/>
              <a:defRPr sz="866"/>
            </a:lvl8pPr>
            <a:lvl9pPr marL="3167847" indent="0">
              <a:buNone/>
              <a:defRPr sz="866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5C6C3-0C2E-434E-95D1-293AE5CCCB80}" type="datetimeFigureOut">
              <a:rPr lang="he-IL" smtClean="0"/>
              <a:t>כ'/כסלו/תשפ"ד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4A190-8671-4711-95F0-4E071531B9F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86703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534" y="407988"/>
            <a:ext cx="2554418" cy="1427956"/>
          </a:xfrm>
        </p:spPr>
        <p:txBody>
          <a:bodyPr anchor="b"/>
          <a:lstStyle>
            <a:lvl1pPr>
              <a:defRPr sz="2772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67048" y="881141"/>
            <a:ext cx="4009519" cy="4349034"/>
          </a:xfrm>
        </p:spPr>
        <p:txBody>
          <a:bodyPr anchor="t"/>
          <a:lstStyle>
            <a:lvl1pPr marL="0" indent="0">
              <a:buNone/>
              <a:defRPr sz="2772"/>
            </a:lvl1pPr>
            <a:lvl2pPr marL="395981" indent="0">
              <a:buNone/>
              <a:defRPr sz="2425"/>
            </a:lvl2pPr>
            <a:lvl3pPr marL="791962" indent="0">
              <a:buNone/>
              <a:defRPr sz="2079"/>
            </a:lvl3pPr>
            <a:lvl4pPr marL="1187943" indent="0">
              <a:buNone/>
              <a:defRPr sz="1732"/>
            </a:lvl4pPr>
            <a:lvl5pPr marL="1583924" indent="0">
              <a:buNone/>
              <a:defRPr sz="1732"/>
            </a:lvl5pPr>
            <a:lvl6pPr marL="1979905" indent="0">
              <a:buNone/>
              <a:defRPr sz="1732"/>
            </a:lvl6pPr>
            <a:lvl7pPr marL="2375886" indent="0">
              <a:buNone/>
              <a:defRPr sz="1732"/>
            </a:lvl7pPr>
            <a:lvl8pPr marL="2771866" indent="0">
              <a:buNone/>
              <a:defRPr sz="1732"/>
            </a:lvl8pPr>
            <a:lvl9pPr marL="3167847" indent="0">
              <a:buNone/>
              <a:defRPr sz="1732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5534" y="1835944"/>
            <a:ext cx="2554418" cy="3401313"/>
          </a:xfrm>
        </p:spPr>
        <p:txBody>
          <a:bodyPr/>
          <a:lstStyle>
            <a:lvl1pPr marL="0" indent="0">
              <a:buNone/>
              <a:defRPr sz="1386"/>
            </a:lvl1pPr>
            <a:lvl2pPr marL="395981" indent="0">
              <a:buNone/>
              <a:defRPr sz="1213"/>
            </a:lvl2pPr>
            <a:lvl3pPr marL="791962" indent="0">
              <a:buNone/>
              <a:defRPr sz="1039"/>
            </a:lvl3pPr>
            <a:lvl4pPr marL="1187943" indent="0">
              <a:buNone/>
              <a:defRPr sz="866"/>
            </a:lvl4pPr>
            <a:lvl5pPr marL="1583924" indent="0">
              <a:buNone/>
              <a:defRPr sz="866"/>
            </a:lvl5pPr>
            <a:lvl6pPr marL="1979905" indent="0">
              <a:buNone/>
              <a:defRPr sz="866"/>
            </a:lvl6pPr>
            <a:lvl7pPr marL="2375886" indent="0">
              <a:buNone/>
              <a:defRPr sz="866"/>
            </a:lvl7pPr>
            <a:lvl8pPr marL="2771866" indent="0">
              <a:buNone/>
              <a:defRPr sz="866"/>
            </a:lvl8pPr>
            <a:lvl9pPr marL="3167847" indent="0">
              <a:buNone/>
              <a:defRPr sz="866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5C6C3-0C2E-434E-95D1-293AE5CCCB80}" type="datetimeFigureOut">
              <a:rPr lang="he-IL" smtClean="0"/>
              <a:t>כ'/כסלו/תשפ"ד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4A190-8671-4711-95F0-4E071531B9F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59923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5C6C3-0C2E-434E-95D1-293AE5CCCB80}" type="datetimeFigureOut">
              <a:rPr lang="he-IL" smtClean="0"/>
              <a:t>כ'/כסלו/תשפ"ד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4A190-8671-4711-95F0-4E071531B9F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59208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7778" y="325823"/>
            <a:ext cx="1707758" cy="5186259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44503" y="325823"/>
            <a:ext cx="5024274" cy="5186259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5C6C3-0C2E-434E-95D1-293AE5CCCB80}" type="datetimeFigureOut">
              <a:rPr lang="he-IL" smtClean="0"/>
              <a:t>כ'/כסלו/תשפ"ד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4A190-8671-4711-95F0-4E071531B9F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48174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4503" y="325825"/>
            <a:ext cx="6831033" cy="1182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4503" y="1629117"/>
            <a:ext cx="6831033" cy="38829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4502" y="5672162"/>
            <a:ext cx="1782009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3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5C6C3-0C2E-434E-95D1-293AE5CCCB80}" type="datetimeFigureOut">
              <a:rPr lang="he-IL" smtClean="0"/>
              <a:t>כ'/כסלו/תשפ"ד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23513" y="5672162"/>
            <a:ext cx="2673013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3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593527" y="5672162"/>
            <a:ext cx="1782009" cy="32582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39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24A190-8671-4711-95F0-4E071531B9F3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93298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791962" rtl="1" eaLnBrk="1" latinLnBrk="0" hangingPunct="1">
        <a:lnSpc>
          <a:spcPct val="90000"/>
        </a:lnSpc>
        <a:spcBef>
          <a:spcPct val="0"/>
        </a:spcBef>
        <a:buNone/>
        <a:defRPr sz="381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7990" indent="-197990" algn="r" defTabSz="791962" rtl="1" eaLnBrk="1" latinLnBrk="0" hangingPunct="1">
        <a:lnSpc>
          <a:spcPct val="90000"/>
        </a:lnSpc>
        <a:spcBef>
          <a:spcPts val="866"/>
        </a:spcBef>
        <a:buFont typeface="Arial" panose="020B0604020202020204" pitchFamily="34" charset="0"/>
        <a:buChar char="•"/>
        <a:defRPr sz="2425" kern="1200">
          <a:solidFill>
            <a:schemeClr val="tx1"/>
          </a:solidFill>
          <a:latin typeface="+mn-lt"/>
          <a:ea typeface="+mn-ea"/>
          <a:cs typeface="+mn-cs"/>
        </a:defRPr>
      </a:lvl1pPr>
      <a:lvl2pPr marL="593971" indent="-197990" algn="r" defTabSz="791962" rtl="1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2079" kern="1200">
          <a:solidFill>
            <a:schemeClr val="tx1"/>
          </a:solidFill>
          <a:latin typeface="+mn-lt"/>
          <a:ea typeface="+mn-ea"/>
          <a:cs typeface="+mn-cs"/>
        </a:defRPr>
      </a:lvl2pPr>
      <a:lvl3pPr marL="989952" indent="-197990" algn="r" defTabSz="791962" rtl="1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732" kern="1200">
          <a:solidFill>
            <a:schemeClr val="tx1"/>
          </a:solidFill>
          <a:latin typeface="+mn-lt"/>
          <a:ea typeface="+mn-ea"/>
          <a:cs typeface="+mn-cs"/>
        </a:defRPr>
      </a:lvl3pPr>
      <a:lvl4pPr marL="1385933" indent="-197990" algn="r" defTabSz="791962" rtl="1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4pPr>
      <a:lvl5pPr marL="1781914" indent="-197990" algn="r" defTabSz="791962" rtl="1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5pPr>
      <a:lvl6pPr marL="2177895" indent="-197990" algn="r" defTabSz="791962" rtl="1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6pPr>
      <a:lvl7pPr marL="2573876" indent="-197990" algn="r" defTabSz="791962" rtl="1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7pPr>
      <a:lvl8pPr marL="2969857" indent="-197990" algn="r" defTabSz="791962" rtl="1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8pPr>
      <a:lvl9pPr marL="3365838" indent="-197990" algn="r" defTabSz="791962" rtl="1" eaLnBrk="1" latinLnBrk="0" hangingPunct="1">
        <a:lnSpc>
          <a:spcPct val="90000"/>
        </a:lnSpc>
        <a:spcBef>
          <a:spcPts val="433"/>
        </a:spcBef>
        <a:buFont typeface="Arial" panose="020B0604020202020204" pitchFamily="34" charset="0"/>
        <a:buChar char="•"/>
        <a:defRPr sz="15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791962" rtl="1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1pPr>
      <a:lvl2pPr marL="395981" algn="r" defTabSz="791962" rtl="1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2pPr>
      <a:lvl3pPr marL="791962" algn="r" defTabSz="791962" rtl="1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3pPr>
      <a:lvl4pPr marL="1187943" algn="r" defTabSz="791962" rtl="1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4pPr>
      <a:lvl5pPr marL="1583924" algn="r" defTabSz="791962" rtl="1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5pPr>
      <a:lvl6pPr marL="1979905" algn="r" defTabSz="791962" rtl="1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6pPr>
      <a:lvl7pPr marL="2375886" algn="r" defTabSz="791962" rtl="1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7pPr>
      <a:lvl8pPr marL="2771866" algn="r" defTabSz="791962" rtl="1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8pPr>
      <a:lvl9pPr marL="3167847" algn="r" defTabSz="791962" rtl="1" eaLnBrk="1" latinLnBrk="0" hangingPunct="1">
        <a:defRPr sz="15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קבוצה 1">
            <a:extLst>
              <a:ext uri="{FF2B5EF4-FFF2-40B4-BE49-F238E27FC236}">
                <a16:creationId xmlns:a16="http://schemas.microsoft.com/office/drawing/2014/main" id="{80F7A90E-744B-8BB1-EADB-C76E50DC6A3E}"/>
              </a:ext>
            </a:extLst>
          </p:cNvPr>
          <p:cNvGrpSpPr/>
          <p:nvPr/>
        </p:nvGrpSpPr>
        <p:grpSpPr>
          <a:xfrm>
            <a:off x="59198" y="475877"/>
            <a:ext cx="3604485" cy="2926849"/>
            <a:chOff x="0" y="133057"/>
            <a:chExt cx="3604485" cy="2926849"/>
          </a:xfrm>
        </p:grpSpPr>
        <p:grpSp>
          <p:nvGrpSpPr>
            <p:cNvPr id="3" name="קבוצה 2">
              <a:extLst>
                <a:ext uri="{FF2B5EF4-FFF2-40B4-BE49-F238E27FC236}">
                  <a16:creationId xmlns:a16="http://schemas.microsoft.com/office/drawing/2014/main" id="{43735289-03FF-5F67-DAF9-7FF18369E553}"/>
                </a:ext>
              </a:extLst>
            </p:cNvPr>
            <p:cNvGrpSpPr/>
            <p:nvPr/>
          </p:nvGrpSpPr>
          <p:grpSpPr>
            <a:xfrm>
              <a:off x="0" y="133057"/>
              <a:ext cx="3422649" cy="2227266"/>
              <a:chOff x="1035050" y="2971797"/>
              <a:chExt cx="3422649" cy="2227266"/>
            </a:xfrm>
            <a:scene3d>
              <a:camera prst="orthographicFront">
                <a:rot lat="746267" lon="1964396" rev="1757649"/>
              </a:camera>
              <a:lightRig rig="threePt" dir="t"/>
            </a:scene3d>
          </p:grpSpPr>
          <p:sp>
            <p:nvSpPr>
              <p:cNvPr id="17" name="מלבן 16">
                <a:extLst>
                  <a:ext uri="{FF2B5EF4-FFF2-40B4-BE49-F238E27FC236}">
                    <a16:creationId xmlns:a16="http://schemas.microsoft.com/office/drawing/2014/main" id="{252A9792-8D2F-9321-1649-63C884814961}"/>
                  </a:ext>
                </a:extLst>
              </p:cNvPr>
              <p:cNvSpPr/>
              <p:nvPr/>
            </p:nvSpPr>
            <p:spPr>
              <a:xfrm>
                <a:off x="1035050" y="3708400"/>
                <a:ext cx="3422649" cy="1490663"/>
              </a:xfrm>
              <a:prstGeom prst="rect">
                <a:avLst/>
              </a:prstGeom>
              <a:solidFill>
                <a:srgbClr val="FF0000">
                  <a:alpha val="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/>
              </a:p>
            </p:txBody>
          </p:sp>
          <p:sp>
            <p:nvSpPr>
              <p:cNvPr id="18" name="מקבילית 17">
                <a:extLst>
                  <a:ext uri="{FF2B5EF4-FFF2-40B4-BE49-F238E27FC236}">
                    <a16:creationId xmlns:a16="http://schemas.microsoft.com/office/drawing/2014/main" id="{98B5EDED-BF92-E35F-518D-1237B95FD475}"/>
                  </a:ext>
                </a:extLst>
              </p:cNvPr>
              <p:cNvSpPr/>
              <p:nvPr/>
            </p:nvSpPr>
            <p:spPr>
              <a:xfrm rot="5400000" flipH="1">
                <a:off x="959643" y="3047206"/>
                <a:ext cx="2227263" cy="2076450"/>
              </a:xfrm>
              <a:prstGeom prst="parallelogram">
                <a:avLst>
                  <a:gd name="adj" fmla="val 35313"/>
                </a:avLst>
              </a:prstGeom>
              <a:solidFill>
                <a:srgbClr val="0000FF">
                  <a:alpha val="50000"/>
                </a:srgbClr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/>
              </a:p>
            </p:txBody>
          </p:sp>
          <p:sp>
            <p:nvSpPr>
              <p:cNvPr id="19" name="מקבילית 18">
                <a:extLst>
                  <a:ext uri="{FF2B5EF4-FFF2-40B4-BE49-F238E27FC236}">
                    <a16:creationId xmlns:a16="http://schemas.microsoft.com/office/drawing/2014/main" id="{B2D30634-13C6-E333-E449-3781B19AB4DC}"/>
                  </a:ext>
                </a:extLst>
              </p:cNvPr>
              <p:cNvSpPr/>
              <p:nvPr/>
            </p:nvSpPr>
            <p:spPr>
              <a:xfrm rot="5400000" flipH="1" flipV="1">
                <a:off x="2670967" y="3412330"/>
                <a:ext cx="2227265" cy="1346199"/>
              </a:xfrm>
              <a:prstGeom prst="parallelogram">
                <a:avLst>
                  <a:gd name="adj" fmla="val 55439"/>
                </a:avLst>
              </a:prstGeom>
              <a:solidFill>
                <a:srgbClr val="00B050">
                  <a:alpha val="50000"/>
                </a:srgbClr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תיבת טקסט 3">
                  <a:extLst>
                    <a:ext uri="{FF2B5EF4-FFF2-40B4-BE49-F238E27FC236}">
                      <a16:creationId xmlns:a16="http://schemas.microsoft.com/office/drawing/2014/main" id="{6460370A-956C-2452-106B-B8A9DCD2884F}"/>
                    </a:ext>
                  </a:extLst>
                </p:cNvPr>
                <p:cNvSpPr txBox="1"/>
                <p:nvPr/>
              </p:nvSpPr>
              <p:spPr>
                <a:xfrm>
                  <a:off x="261652" y="1990990"/>
                  <a:ext cx="20197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1">
                  <a:spAutoFit/>
                </a:bodyPr>
                <a:lstStyle>
                  <a:defPPr>
                    <a:defRPr lang="en-US"/>
                  </a:defPPr>
                  <a:lvl1pPr>
                    <a:defRPr b="1" i="1">
                      <a:solidFill>
                        <a:srgbClr val="0000FF"/>
                      </a:solidFill>
                      <a:latin typeface="Cambria Math" panose="02040503050406030204" pitchFamily="18" charset="0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>
                            <a:solidFill>
                              <a:srgbClr val="FF0000"/>
                            </a:solidFill>
                          </a:rPr>
                          <m:t>𝒗</m:t>
                        </m:r>
                      </m:oMath>
                    </m:oMathPara>
                  </a14:m>
                  <a:endParaRPr lang="he-IL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4" name="תיבת טקסט 3">
                  <a:extLst>
                    <a:ext uri="{FF2B5EF4-FFF2-40B4-BE49-F238E27FC236}">
                      <a16:creationId xmlns:a16="http://schemas.microsoft.com/office/drawing/2014/main" id="{6460370A-956C-2452-106B-B8A9DCD288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1652" y="1990990"/>
                  <a:ext cx="201978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15152" r="-15152" b="-2222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" name="מחבר חץ ישר 4">
              <a:extLst>
                <a:ext uri="{FF2B5EF4-FFF2-40B4-BE49-F238E27FC236}">
                  <a16:creationId xmlns:a16="http://schemas.microsoft.com/office/drawing/2014/main" id="{37FCA560-3D49-D215-A745-C0A4EEBFE20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1769" y="1446717"/>
              <a:ext cx="711200" cy="128905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תיבת טקסט 5">
                  <a:extLst>
                    <a:ext uri="{FF2B5EF4-FFF2-40B4-BE49-F238E27FC236}">
                      <a16:creationId xmlns:a16="http://schemas.microsoft.com/office/drawing/2014/main" id="{B9984BED-D83F-F749-4D52-C1576FA9B199}"/>
                    </a:ext>
                  </a:extLst>
                </p:cNvPr>
                <p:cNvSpPr txBox="1"/>
                <p:nvPr/>
              </p:nvSpPr>
              <p:spPr>
                <a:xfrm>
                  <a:off x="1636903" y="1939302"/>
                  <a:ext cx="24525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oMath>
                    </m:oMathPara>
                  </a14:m>
                  <a:endParaRPr lang="he-IL" b="1" dirty="0">
                    <a:solidFill>
                      <a:srgbClr val="0000FF"/>
                    </a:solidFill>
                  </a:endParaRPr>
                </a:p>
              </p:txBody>
            </p:sp>
          </mc:Choice>
          <mc:Fallback>
            <p:sp>
              <p:nvSpPr>
                <p:cNvPr id="6" name="תיבת טקסט 5">
                  <a:extLst>
                    <a:ext uri="{FF2B5EF4-FFF2-40B4-BE49-F238E27FC236}">
                      <a16:creationId xmlns:a16="http://schemas.microsoft.com/office/drawing/2014/main" id="{B9984BED-D83F-F749-4D52-C1576FA9B19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36903" y="1939302"/>
                  <a:ext cx="245259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12500" r="-12500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תיבת טקסט 6">
                  <a:extLst>
                    <a:ext uri="{FF2B5EF4-FFF2-40B4-BE49-F238E27FC236}">
                      <a16:creationId xmlns:a16="http://schemas.microsoft.com/office/drawing/2014/main" id="{48F7F2D2-CD7A-17D4-6302-3C8AF412D1AB}"/>
                    </a:ext>
                  </a:extLst>
                </p:cNvPr>
                <p:cNvSpPr txBox="1"/>
                <p:nvPr/>
              </p:nvSpPr>
              <p:spPr>
                <a:xfrm>
                  <a:off x="1320437" y="2782907"/>
                  <a:ext cx="21320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>
                            <a:solidFill>
                              <a:srgbClr val="008050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</m:oMath>
                    </m:oMathPara>
                  </a14:m>
                  <a:endParaRPr lang="he-IL" b="1" i="1" dirty="0">
                    <a:solidFill>
                      <a:srgbClr val="00805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7" name="תיבת טקסט 6">
                  <a:extLst>
                    <a:ext uri="{FF2B5EF4-FFF2-40B4-BE49-F238E27FC236}">
                      <a16:creationId xmlns:a16="http://schemas.microsoft.com/office/drawing/2014/main" id="{48F7F2D2-CD7A-17D4-6302-3C8AF412D1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0437" y="2782907"/>
                  <a:ext cx="213200" cy="276999"/>
                </a:xfrm>
                <a:prstGeom prst="rect">
                  <a:avLst/>
                </a:prstGeom>
                <a:blipFill>
                  <a:blip r:embed="rId4"/>
                  <a:stretch>
                    <a:fillRect l="-14286" r="-14286" b="-2222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" name="מחבר חץ ישר 7">
              <a:extLst>
                <a:ext uri="{FF2B5EF4-FFF2-40B4-BE49-F238E27FC236}">
                  <a16:creationId xmlns:a16="http://schemas.microsoft.com/office/drawing/2014/main" id="{3F4EA04C-46B8-1AEF-4FD5-B2AA65FC0837}"/>
                </a:ext>
              </a:extLst>
            </p:cNvPr>
            <p:cNvCxnSpPr>
              <a:cxnSpLocks/>
            </p:cNvCxnSpPr>
            <p:nvPr/>
          </p:nvCxnSpPr>
          <p:spPr>
            <a:xfrm>
              <a:off x="1473317" y="184654"/>
              <a:ext cx="1435309" cy="226388"/>
            </a:xfrm>
            <a:prstGeom prst="straightConnector1">
              <a:avLst/>
            </a:prstGeom>
            <a:ln w="38100">
              <a:solidFill>
                <a:srgbClr val="008000"/>
              </a:solidFill>
              <a:prstDash val="dash"/>
              <a:headEnd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מחבר חץ ישר 8">
              <a:extLst>
                <a:ext uri="{FF2B5EF4-FFF2-40B4-BE49-F238E27FC236}">
                  <a16:creationId xmlns:a16="http://schemas.microsoft.com/office/drawing/2014/main" id="{C4E960C1-3E27-42A8-4D92-5D6BB1D082D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0505" y="184654"/>
              <a:ext cx="1304205" cy="1270737"/>
            </a:xfrm>
            <a:prstGeom prst="straightConnector1">
              <a:avLst/>
            </a:prstGeom>
            <a:ln w="38100">
              <a:solidFill>
                <a:srgbClr val="0000FF"/>
              </a:solidFill>
              <a:prstDash val="dash"/>
              <a:headEnd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מחבר חץ ישר 9">
              <a:extLst>
                <a:ext uri="{FF2B5EF4-FFF2-40B4-BE49-F238E27FC236}">
                  <a16:creationId xmlns:a16="http://schemas.microsoft.com/office/drawing/2014/main" id="{AA3E020A-3F67-1CD6-346A-8173BD3436A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534" y="1465925"/>
              <a:ext cx="1304205" cy="1270737"/>
            </a:xfrm>
            <a:prstGeom prst="straightConnector1">
              <a:avLst/>
            </a:prstGeom>
            <a:ln w="38100">
              <a:solidFill>
                <a:srgbClr val="0000FF"/>
              </a:solidFill>
              <a:prstDash val="solid"/>
              <a:headEnd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מחבר חץ ישר 10">
              <a:extLst>
                <a:ext uri="{FF2B5EF4-FFF2-40B4-BE49-F238E27FC236}">
                  <a16:creationId xmlns:a16="http://schemas.microsoft.com/office/drawing/2014/main" id="{CBB825AE-A5F4-90F0-DDBD-665991CBE9E9}"/>
                </a:ext>
              </a:extLst>
            </p:cNvPr>
            <p:cNvCxnSpPr>
              <a:cxnSpLocks/>
            </p:cNvCxnSpPr>
            <p:nvPr/>
          </p:nvCxnSpPr>
          <p:spPr>
            <a:xfrm>
              <a:off x="881666" y="2730527"/>
              <a:ext cx="1435309" cy="226388"/>
            </a:xfrm>
            <a:prstGeom prst="straightConnector1">
              <a:avLst/>
            </a:prstGeom>
            <a:ln w="38100">
              <a:solidFill>
                <a:srgbClr val="008000"/>
              </a:solidFill>
              <a:prstDash val="solid"/>
              <a:headEnd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מחבר חץ ישר 11">
              <a:extLst>
                <a:ext uri="{FF2B5EF4-FFF2-40B4-BE49-F238E27FC236}">
                  <a16:creationId xmlns:a16="http://schemas.microsoft.com/office/drawing/2014/main" id="{661BE506-7F4F-5277-27C5-A240E7C2C1F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464539" y="166341"/>
              <a:ext cx="711200" cy="1289050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dash"/>
              <a:headEnd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מחבר חץ ישר 12">
              <a:extLst>
                <a:ext uri="{FF2B5EF4-FFF2-40B4-BE49-F238E27FC236}">
                  <a16:creationId xmlns:a16="http://schemas.microsoft.com/office/drawing/2014/main" id="{8FFA6E73-E7BB-4CF0-75D1-5A1C6993920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1534" y="1654792"/>
              <a:ext cx="2732884" cy="1081422"/>
            </a:xfrm>
            <a:prstGeom prst="straightConnector1">
              <a:avLst/>
            </a:prstGeom>
            <a:ln w="38100">
              <a:solidFill>
                <a:srgbClr val="009999"/>
              </a:solidFill>
              <a:headEnd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מחבר חץ ישר 13">
              <a:extLst>
                <a:ext uri="{FF2B5EF4-FFF2-40B4-BE49-F238E27FC236}">
                  <a16:creationId xmlns:a16="http://schemas.microsoft.com/office/drawing/2014/main" id="{912D3F89-EA8A-C76F-F307-52D734DDA975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2876900" y="384055"/>
              <a:ext cx="711200" cy="1289050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dash"/>
              <a:headEnd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מחבר חץ ישר 14">
              <a:extLst>
                <a:ext uri="{FF2B5EF4-FFF2-40B4-BE49-F238E27FC236}">
                  <a16:creationId xmlns:a16="http://schemas.microsoft.com/office/drawing/2014/main" id="{F3E077B3-D547-9933-1BC7-6B121F6678D0}"/>
                </a:ext>
              </a:extLst>
            </p:cNvPr>
            <p:cNvCxnSpPr>
              <a:cxnSpLocks/>
            </p:cNvCxnSpPr>
            <p:nvPr/>
          </p:nvCxnSpPr>
          <p:spPr>
            <a:xfrm>
              <a:off x="2169176" y="1446717"/>
              <a:ext cx="1435309" cy="226388"/>
            </a:xfrm>
            <a:prstGeom prst="straightConnector1">
              <a:avLst/>
            </a:prstGeom>
            <a:ln w="38100">
              <a:solidFill>
                <a:srgbClr val="008000"/>
              </a:solidFill>
              <a:prstDash val="dash"/>
              <a:headEnd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תיבת טקסט 15">
                  <a:extLst>
                    <a:ext uri="{FF2B5EF4-FFF2-40B4-BE49-F238E27FC236}">
                      <a16:creationId xmlns:a16="http://schemas.microsoft.com/office/drawing/2014/main" id="{D0EADFD3-6577-9B96-CD52-F16FD1F88996}"/>
                    </a:ext>
                  </a:extLst>
                </p:cNvPr>
                <p:cNvSpPr txBox="1"/>
                <p:nvPr/>
              </p:nvSpPr>
              <p:spPr>
                <a:xfrm rot="20302255">
                  <a:off x="2002349" y="2154819"/>
                  <a:ext cx="67005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>
                            <a:solidFill>
                              <a:srgbClr val="009999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b="1" i="1">
                            <a:solidFill>
                              <a:srgbClr val="009999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>
                            <a:solidFill>
                              <a:srgbClr val="009999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</m:oMath>
                    </m:oMathPara>
                  </a14:m>
                  <a:endParaRPr lang="he-IL" b="1" dirty="0">
                    <a:solidFill>
                      <a:srgbClr val="009999"/>
                    </a:solidFill>
                  </a:endParaRPr>
                </a:p>
              </p:txBody>
            </p:sp>
          </mc:Choice>
          <mc:Fallback>
            <p:sp>
              <p:nvSpPr>
                <p:cNvPr id="16" name="תיבת טקסט 15">
                  <a:extLst>
                    <a:ext uri="{FF2B5EF4-FFF2-40B4-BE49-F238E27FC236}">
                      <a16:creationId xmlns:a16="http://schemas.microsoft.com/office/drawing/2014/main" id="{D0EADFD3-6577-9B96-CD52-F16FD1F8899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302255">
                  <a:off x="2002349" y="2154819"/>
                  <a:ext cx="670055" cy="276999"/>
                </a:xfrm>
                <a:prstGeom prst="rect">
                  <a:avLst/>
                </a:prstGeom>
                <a:blipFill>
                  <a:blip r:embed="rId5"/>
                  <a:stretch>
                    <a:fillRect r="-3333" b="-2410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0" name="קבוצה 19">
            <a:extLst>
              <a:ext uri="{FF2B5EF4-FFF2-40B4-BE49-F238E27FC236}">
                <a16:creationId xmlns:a16="http://schemas.microsoft.com/office/drawing/2014/main" id="{35B0F083-26DD-8CC6-F5BC-A4DE3C28C50F}"/>
              </a:ext>
            </a:extLst>
          </p:cNvPr>
          <p:cNvGrpSpPr/>
          <p:nvPr/>
        </p:nvGrpSpPr>
        <p:grpSpPr>
          <a:xfrm>
            <a:off x="2226881" y="3256352"/>
            <a:ext cx="3422649" cy="2227266"/>
            <a:chOff x="1035050" y="2971797"/>
            <a:chExt cx="3422649" cy="2227266"/>
          </a:xfrm>
          <a:scene3d>
            <a:camera prst="orthographicFront">
              <a:rot lat="746267" lon="1964396" rev="1757649"/>
            </a:camera>
            <a:lightRig rig="threePt" dir="t"/>
          </a:scene3d>
        </p:grpSpPr>
        <p:sp>
          <p:nvSpPr>
            <p:cNvPr id="21" name="מלבן 20">
              <a:extLst>
                <a:ext uri="{FF2B5EF4-FFF2-40B4-BE49-F238E27FC236}">
                  <a16:creationId xmlns:a16="http://schemas.microsoft.com/office/drawing/2014/main" id="{EA8E73CF-9DED-87D8-F285-7620EDD98EE7}"/>
                </a:ext>
              </a:extLst>
            </p:cNvPr>
            <p:cNvSpPr/>
            <p:nvPr/>
          </p:nvSpPr>
          <p:spPr>
            <a:xfrm>
              <a:off x="1035050" y="3708400"/>
              <a:ext cx="3422649" cy="1490663"/>
            </a:xfrm>
            <a:prstGeom prst="rect">
              <a:avLst/>
            </a:prstGeom>
            <a:solidFill>
              <a:srgbClr val="FF000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2" name="מקבילית 21">
              <a:extLst>
                <a:ext uri="{FF2B5EF4-FFF2-40B4-BE49-F238E27FC236}">
                  <a16:creationId xmlns:a16="http://schemas.microsoft.com/office/drawing/2014/main" id="{9C71A993-4048-3092-D376-A20FAE1F233F}"/>
                </a:ext>
              </a:extLst>
            </p:cNvPr>
            <p:cNvSpPr/>
            <p:nvPr/>
          </p:nvSpPr>
          <p:spPr>
            <a:xfrm rot="5400000" flipH="1">
              <a:off x="959643" y="3047206"/>
              <a:ext cx="2227263" cy="2076450"/>
            </a:xfrm>
            <a:prstGeom prst="parallelogram">
              <a:avLst>
                <a:gd name="adj" fmla="val 35313"/>
              </a:avLst>
            </a:prstGeom>
            <a:solidFill>
              <a:srgbClr val="0000FF">
                <a:alpha val="50000"/>
              </a:srgb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  <p:sp>
          <p:nvSpPr>
            <p:cNvPr id="23" name="מקבילית 22">
              <a:extLst>
                <a:ext uri="{FF2B5EF4-FFF2-40B4-BE49-F238E27FC236}">
                  <a16:creationId xmlns:a16="http://schemas.microsoft.com/office/drawing/2014/main" id="{C74699FE-534E-4BF2-E030-66BDB701EB78}"/>
                </a:ext>
              </a:extLst>
            </p:cNvPr>
            <p:cNvSpPr/>
            <p:nvPr/>
          </p:nvSpPr>
          <p:spPr>
            <a:xfrm rot="5400000" flipH="1" flipV="1">
              <a:off x="2670967" y="3412330"/>
              <a:ext cx="2227265" cy="1346199"/>
            </a:xfrm>
            <a:prstGeom prst="parallelogram">
              <a:avLst>
                <a:gd name="adj" fmla="val 55439"/>
              </a:avLst>
            </a:prstGeom>
            <a:solidFill>
              <a:srgbClr val="00B050">
                <a:alpha val="50000"/>
              </a:srgb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/>
            </a:p>
          </p:txBody>
        </p:sp>
      </p:grpSp>
      <p:grpSp>
        <p:nvGrpSpPr>
          <p:cNvPr id="24" name="קבוצה 23">
            <a:extLst>
              <a:ext uri="{FF2B5EF4-FFF2-40B4-BE49-F238E27FC236}">
                <a16:creationId xmlns:a16="http://schemas.microsoft.com/office/drawing/2014/main" id="{CEC24657-1059-554A-54B4-167E24585DDB}"/>
              </a:ext>
            </a:extLst>
          </p:cNvPr>
          <p:cNvGrpSpPr/>
          <p:nvPr/>
        </p:nvGrpSpPr>
        <p:grpSpPr>
          <a:xfrm>
            <a:off x="4050210" y="133057"/>
            <a:ext cx="3604418" cy="2926849"/>
            <a:chOff x="1633729" y="2644832"/>
            <a:chExt cx="3604418" cy="2926849"/>
          </a:xfrm>
        </p:grpSpPr>
        <p:grpSp>
          <p:nvGrpSpPr>
            <p:cNvPr id="25" name="קבוצה 24">
              <a:extLst>
                <a:ext uri="{FF2B5EF4-FFF2-40B4-BE49-F238E27FC236}">
                  <a16:creationId xmlns:a16="http://schemas.microsoft.com/office/drawing/2014/main" id="{6137FFC6-79B3-023D-F723-77EA899C1089}"/>
                </a:ext>
              </a:extLst>
            </p:cNvPr>
            <p:cNvGrpSpPr/>
            <p:nvPr/>
          </p:nvGrpSpPr>
          <p:grpSpPr>
            <a:xfrm>
              <a:off x="1633729" y="2644832"/>
              <a:ext cx="3422649" cy="2227266"/>
              <a:chOff x="1035050" y="2971797"/>
              <a:chExt cx="3422649" cy="2227266"/>
            </a:xfrm>
            <a:scene3d>
              <a:camera prst="orthographicFront">
                <a:rot lat="746267" lon="1964396" rev="1757649"/>
              </a:camera>
              <a:lightRig rig="threePt" dir="t"/>
            </a:scene3d>
          </p:grpSpPr>
          <p:sp>
            <p:nvSpPr>
              <p:cNvPr id="36" name="מלבן 35">
                <a:extLst>
                  <a:ext uri="{FF2B5EF4-FFF2-40B4-BE49-F238E27FC236}">
                    <a16:creationId xmlns:a16="http://schemas.microsoft.com/office/drawing/2014/main" id="{6B4D1FBE-D06C-C81C-6FA9-925EA24C2B03}"/>
                  </a:ext>
                </a:extLst>
              </p:cNvPr>
              <p:cNvSpPr/>
              <p:nvPr/>
            </p:nvSpPr>
            <p:spPr>
              <a:xfrm>
                <a:off x="1035050" y="3708400"/>
                <a:ext cx="3422649" cy="1490663"/>
              </a:xfrm>
              <a:prstGeom prst="rect">
                <a:avLst/>
              </a:prstGeom>
              <a:solidFill>
                <a:srgbClr val="FF0000">
                  <a:alpha val="50000"/>
                </a:srgb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/>
              </a:p>
            </p:txBody>
          </p:sp>
          <p:sp>
            <p:nvSpPr>
              <p:cNvPr id="37" name="מקבילית 36">
                <a:extLst>
                  <a:ext uri="{FF2B5EF4-FFF2-40B4-BE49-F238E27FC236}">
                    <a16:creationId xmlns:a16="http://schemas.microsoft.com/office/drawing/2014/main" id="{41226C2B-E3E4-D70D-C7FC-5C2FC4523C3D}"/>
                  </a:ext>
                </a:extLst>
              </p:cNvPr>
              <p:cNvSpPr/>
              <p:nvPr/>
            </p:nvSpPr>
            <p:spPr>
              <a:xfrm rot="5400000" flipH="1">
                <a:off x="959643" y="3047206"/>
                <a:ext cx="2227263" cy="2076450"/>
              </a:xfrm>
              <a:prstGeom prst="parallelogram">
                <a:avLst>
                  <a:gd name="adj" fmla="val 35313"/>
                </a:avLst>
              </a:prstGeom>
              <a:solidFill>
                <a:srgbClr val="0000FF">
                  <a:alpha val="0"/>
                </a:srgbClr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/>
              </a:p>
            </p:txBody>
          </p:sp>
          <p:sp>
            <p:nvSpPr>
              <p:cNvPr id="38" name="מקבילית 37">
                <a:extLst>
                  <a:ext uri="{FF2B5EF4-FFF2-40B4-BE49-F238E27FC236}">
                    <a16:creationId xmlns:a16="http://schemas.microsoft.com/office/drawing/2014/main" id="{89CC3687-A3D0-62FD-7D1D-161778FBA166}"/>
                  </a:ext>
                </a:extLst>
              </p:cNvPr>
              <p:cNvSpPr/>
              <p:nvPr/>
            </p:nvSpPr>
            <p:spPr>
              <a:xfrm rot="5400000" flipH="1" flipV="1">
                <a:off x="2670967" y="3412330"/>
                <a:ext cx="2227265" cy="1346199"/>
              </a:xfrm>
              <a:prstGeom prst="parallelogram">
                <a:avLst>
                  <a:gd name="adj" fmla="val 55439"/>
                </a:avLst>
              </a:prstGeom>
              <a:solidFill>
                <a:srgbClr val="00B050">
                  <a:alpha val="0"/>
                </a:srgbClr>
              </a:solidFill>
              <a:ln w="19050"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1" anchor="ctr"/>
              <a:lstStyle/>
              <a:p>
                <a:pPr algn="ctr"/>
                <a:endParaRPr lang="he-IL"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תיבת טקסט 25">
                  <a:extLst>
                    <a:ext uri="{FF2B5EF4-FFF2-40B4-BE49-F238E27FC236}">
                      <a16:creationId xmlns:a16="http://schemas.microsoft.com/office/drawing/2014/main" id="{435C907E-8F7F-41B5-F6FC-C640511659C7}"/>
                    </a:ext>
                  </a:extLst>
                </p:cNvPr>
                <p:cNvSpPr txBox="1"/>
                <p:nvPr/>
              </p:nvSpPr>
              <p:spPr>
                <a:xfrm>
                  <a:off x="1895381" y="4502765"/>
                  <a:ext cx="20197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1">
                  <a:spAutoFit/>
                </a:bodyPr>
                <a:lstStyle>
                  <a:defPPr>
                    <a:defRPr lang="en-US"/>
                  </a:defPPr>
                  <a:lvl1pPr>
                    <a:defRPr b="1" i="1">
                      <a:solidFill>
                        <a:srgbClr val="0000FF"/>
                      </a:solidFill>
                      <a:latin typeface="Cambria Math" panose="02040503050406030204" pitchFamily="18" charset="0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>
                            <a:solidFill>
                              <a:srgbClr val="FF0000"/>
                            </a:solidFill>
                          </a:rPr>
                          <m:t>𝒗</m:t>
                        </m:r>
                      </m:oMath>
                    </m:oMathPara>
                  </a14:m>
                  <a:endParaRPr lang="he-IL" dirty="0">
                    <a:solidFill>
                      <a:srgbClr val="FF0000"/>
                    </a:solidFill>
                  </a:endParaRPr>
                </a:p>
              </p:txBody>
            </p:sp>
          </mc:Choice>
          <mc:Fallback>
            <p:sp>
              <p:nvSpPr>
                <p:cNvPr id="26" name="תיבת טקסט 25">
                  <a:extLst>
                    <a:ext uri="{FF2B5EF4-FFF2-40B4-BE49-F238E27FC236}">
                      <a16:creationId xmlns:a16="http://schemas.microsoft.com/office/drawing/2014/main" id="{435C907E-8F7F-41B5-F6FC-C640511659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5381" y="4502765"/>
                  <a:ext cx="201978" cy="276999"/>
                </a:xfrm>
                <a:prstGeom prst="rect">
                  <a:avLst/>
                </a:prstGeom>
                <a:blipFill>
                  <a:blip r:embed="rId6"/>
                  <a:stretch>
                    <a:fillRect l="-15152" r="-15152" b="-2222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מחבר חץ ישר 26">
              <a:extLst>
                <a:ext uri="{FF2B5EF4-FFF2-40B4-BE49-F238E27FC236}">
                  <a16:creationId xmlns:a16="http://schemas.microsoft.com/office/drawing/2014/main" id="{A5079D2E-3FD3-D31A-238C-77F6D50A947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815498" y="3958492"/>
              <a:ext cx="711200" cy="128905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8" name="תיבת טקסט 27">
                  <a:extLst>
                    <a:ext uri="{FF2B5EF4-FFF2-40B4-BE49-F238E27FC236}">
                      <a16:creationId xmlns:a16="http://schemas.microsoft.com/office/drawing/2014/main" id="{04DFC7D0-A7C6-B06D-6FCD-CD037D87557C}"/>
                    </a:ext>
                  </a:extLst>
                </p:cNvPr>
                <p:cNvSpPr txBox="1"/>
                <p:nvPr/>
              </p:nvSpPr>
              <p:spPr>
                <a:xfrm>
                  <a:off x="3270632" y="4451077"/>
                  <a:ext cx="245259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</m:oMath>
                    </m:oMathPara>
                  </a14:m>
                  <a:endParaRPr lang="he-IL" b="1" dirty="0">
                    <a:solidFill>
                      <a:srgbClr val="0000FF"/>
                    </a:solidFill>
                  </a:endParaRPr>
                </a:p>
              </p:txBody>
            </p:sp>
          </mc:Choice>
          <mc:Fallback>
            <p:sp>
              <p:nvSpPr>
                <p:cNvPr id="28" name="תיבת טקסט 27">
                  <a:extLst>
                    <a:ext uri="{FF2B5EF4-FFF2-40B4-BE49-F238E27FC236}">
                      <a16:creationId xmlns:a16="http://schemas.microsoft.com/office/drawing/2014/main" id="{04DFC7D0-A7C6-B06D-6FCD-CD037D8755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0632" y="4451077"/>
                  <a:ext cx="245259" cy="276999"/>
                </a:xfrm>
                <a:prstGeom prst="rect">
                  <a:avLst/>
                </a:prstGeom>
                <a:blipFill>
                  <a:blip r:embed="rId7"/>
                  <a:stretch>
                    <a:fillRect l="-12500" r="-12500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9" name="תיבת טקסט 28">
                  <a:extLst>
                    <a:ext uri="{FF2B5EF4-FFF2-40B4-BE49-F238E27FC236}">
                      <a16:creationId xmlns:a16="http://schemas.microsoft.com/office/drawing/2014/main" id="{B8A8069B-3505-B64B-7D7E-48A81570800E}"/>
                    </a:ext>
                  </a:extLst>
                </p:cNvPr>
                <p:cNvSpPr txBox="1"/>
                <p:nvPr/>
              </p:nvSpPr>
              <p:spPr>
                <a:xfrm>
                  <a:off x="2954166" y="5294682"/>
                  <a:ext cx="21320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>
                            <a:solidFill>
                              <a:srgbClr val="008050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</m:oMath>
                    </m:oMathPara>
                  </a14:m>
                  <a:endParaRPr lang="he-IL" b="1" i="1" dirty="0">
                    <a:solidFill>
                      <a:srgbClr val="008050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29" name="תיבת טקסט 28">
                  <a:extLst>
                    <a:ext uri="{FF2B5EF4-FFF2-40B4-BE49-F238E27FC236}">
                      <a16:creationId xmlns:a16="http://schemas.microsoft.com/office/drawing/2014/main" id="{B8A8069B-3505-B64B-7D7E-48A81570800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54166" y="5294682"/>
                  <a:ext cx="213200" cy="276999"/>
                </a:xfrm>
                <a:prstGeom prst="rect">
                  <a:avLst/>
                </a:prstGeom>
                <a:blipFill>
                  <a:blip r:embed="rId8"/>
                  <a:stretch>
                    <a:fillRect l="-14286" r="-14286" b="-2222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מחבר חץ ישר 29">
              <a:extLst>
                <a:ext uri="{FF2B5EF4-FFF2-40B4-BE49-F238E27FC236}">
                  <a16:creationId xmlns:a16="http://schemas.microsoft.com/office/drawing/2014/main" id="{8B5D0F19-E843-16B4-72F8-CB59778868A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05263" y="3977700"/>
              <a:ext cx="1304205" cy="1270737"/>
            </a:xfrm>
            <a:prstGeom prst="straightConnector1">
              <a:avLst/>
            </a:prstGeom>
            <a:ln w="38100">
              <a:solidFill>
                <a:srgbClr val="0000FF"/>
              </a:solidFill>
              <a:prstDash val="solid"/>
              <a:headEnd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מחבר חץ ישר 30">
              <a:extLst>
                <a:ext uri="{FF2B5EF4-FFF2-40B4-BE49-F238E27FC236}">
                  <a16:creationId xmlns:a16="http://schemas.microsoft.com/office/drawing/2014/main" id="{534F99A0-AA13-BBAE-598C-8F66D3AF911E}"/>
                </a:ext>
              </a:extLst>
            </p:cNvPr>
            <p:cNvCxnSpPr>
              <a:cxnSpLocks/>
            </p:cNvCxnSpPr>
            <p:nvPr/>
          </p:nvCxnSpPr>
          <p:spPr>
            <a:xfrm>
              <a:off x="2515395" y="5242302"/>
              <a:ext cx="1435309" cy="226388"/>
            </a:xfrm>
            <a:prstGeom prst="straightConnector1">
              <a:avLst/>
            </a:prstGeom>
            <a:ln w="38100">
              <a:solidFill>
                <a:srgbClr val="008000"/>
              </a:solidFill>
              <a:prstDash val="solid"/>
              <a:headEnd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מחבר חץ ישר 31">
              <a:extLst>
                <a:ext uri="{FF2B5EF4-FFF2-40B4-BE49-F238E27FC236}">
                  <a16:creationId xmlns:a16="http://schemas.microsoft.com/office/drawing/2014/main" id="{4489891A-D012-6D0A-272C-D3FD39024C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505263" y="4166567"/>
              <a:ext cx="2732884" cy="1081422"/>
            </a:xfrm>
            <a:prstGeom prst="straightConnector1">
              <a:avLst/>
            </a:prstGeom>
            <a:ln w="38100">
              <a:solidFill>
                <a:srgbClr val="009999"/>
              </a:solidFill>
              <a:headEnd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מחבר חץ ישר 32">
              <a:extLst>
                <a:ext uri="{FF2B5EF4-FFF2-40B4-BE49-F238E27FC236}">
                  <a16:creationId xmlns:a16="http://schemas.microsoft.com/office/drawing/2014/main" id="{993024A8-C536-E5F5-3179-1ED2597DEE2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4510629" y="2895830"/>
              <a:ext cx="711200" cy="1289050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dash"/>
              <a:headEnd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תיבת טקסט 33">
                  <a:extLst>
                    <a:ext uri="{FF2B5EF4-FFF2-40B4-BE49-F238E27FC236}">
                      <a16:creationId xmlns:a16="http://schemas.microsoft.com/office/drawing/2014/main" id="{CC0495CD-439F-EF62-1B71-FE2B57296FA6}"/>
                    </a:ext>
                  </a:extLst>
                </p:cNvPr>
                <p:cNvSpPr txBox="1"/>
                <p:nvPr/>
              </p:nvSpPr>
              <p:spPr>
                <a:xfrm rot="20302255">
                  <a:off x="3636078" y="4666594"/>
                  <a:ext cx="670055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1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>
                            <a:solidFill>
                              <a:srgbClr val="009999"/>
                            </a:solidFill>
                            <a:latin typeface="Cambria Math" panose="02040503050406030204" pitchFamily="18" charset="0"/>
                          </a:rPr>
                          <m:t>𝒘</m:t>
                        </m:r>
                        <m:r>
                          <a:rPr lang="en-US" b="1" i="1">
                            <a:solidFill>
                              <a:srgbClr val="009999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1" i="1">
                            <a:solidFill>
                              <a:srgbClr val="009999"/>
                            </a:solidFill>
                            <a:latin typeface="Cambria Math" panose="02040503050406030204" pitchFamily="18" charset="0"/>
                          </a:rPr>
                          <m:t>𝒖</m:t>
                        </m:r>
                      </m:oMath>
                    </m:oMathPara>
                  </a14:m>
                  <a:endParaRPr lang="he-IL" b="1" dirty="0">
                    <a:solidFill>
                      <a:srgbClr val="009999"/>
                    </a:solidFill>
                  </a:endParaRPr>
                </a:p>
              </p:txBody>
            </p:sp>
          </mc:Choice>
          <mc:Fallback>
            <p:sp>
              <p:nvSpPr>
                <p:cNvPr id="34" name="תיבת טקסט 33">
                  <a:extLst>
                    <a:ext uri="{FF2B5EF4-FFF2-40B4-BE49-F238E27FC236}">
                      <a16:creationId xmlns:a16="http://schemas.microsoft.com/office/drawing/2014/main" id="{CC0495CD-439F-EF62-1B71-FE2B57296FA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302255">
                  <a:off x="3636078" y="4666594"/>
                  <a:ext cx="670055" cy="276999"/>
                </a:xfrm>
                <a:prstGeom prst="rect">
                  <a:avLst/>
                </a:prstGeom>
                <a:blipFill>
                  <a:blip r:embed="rId9"/>
                  <a:stretch>
                    <a:fillRect r="-3333" b="-1190"/>
                  </a:stretch>
                </a:blipFill>
              </p:spPr>
              <p:txBody>
                <a:bodyPr/>
                <a:lstStyle/>
                <a:p>
                  <a:r>
                    <a:rPr lang="he-IL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מחבר חץ ישר 34">
              <a:extLst>
                <a:ext uri="{FF2B5EF4-FFF2-40B4-BE49-F238E27FC236}">
                  <a16:creationId xmlns:a16="http://schemas.microsoft.com/office/drawing/2014/main" id="{D995CE03-3440-BCA3-66F1-1E447B62975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814234" y="2886450"/>
              <a:ext cx="2732884" cy="1081422"/>
            </a:xfrm>
            <a:prstGeom prst="straightConnector1">
              <a:avLst/>
            </a:prstGeom>
            <a:ln w="38100">
              <a:solidFill>
                <a:srgbClr val="009999"/>
              </a:solidFill>
              <a:prstDash val="dash"/>
              <a:headEnd w="med" len="med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48276437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ערכת נושא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ערכת נושא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ערכת נושא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</TotalTime>
  <Words>12</Words>
  <Application>Microsoft Office PowerPoint</Application>
  <PresentationFormat>מותאם אישית</PresentationFormat>
  <Paragraphs>8</Paragraphs>
  <Slides>1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ערכת נושא Office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Sraya Ansbacher</dc:creator>
  <cp:lastModifiedBy>Sraya Ansbacher</cp:lastModifiedBy>
  <cp:revision>1</cp:revision>
  <dcterms:created xsi:type="dcterms:W3CDTF">2023-12-03T08:28:57Z</dcterms:created>
  <dcterms:modified xsi:type="dcterms:W3CDTF">2023-12-03T08:31:55Z</dcterms:modified>
</cp:coreProperties>
</file>