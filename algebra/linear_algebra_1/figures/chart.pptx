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08" r:id="rId1"/>
  </p:sldMasterIdLst>
  <p:sldIdLst>
    <p:sldId id="256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35" autoAdjust="0"/>
    <p:restoredTop sz="94660"/>
  </p:normalViewPr>
  <p:slideViewPr>
    <p:cSldViewPr snapToGrid="0">
      <p:cViewPr varScale="1">
        <p:scale>
          <a:sx n="43" d="100"/>
          <a:sy n="43" d="100"/>
        </p:scale>
        <p:origin x="219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319D-FADE-43E7-9829-F53F465A6B7F}" type="datetimeFigureOut">
              <a:rPr lang="he-IL" smtClean="0"/>
              <a:t>כ"א/חשון/תשפ"ד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17666-26E1-488B-8F42-88B9D2212AE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34152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319D-FADE-43E7-9829-F53F465A6B7F}" type="datetimeFigureOut">
              <a:rPr lang="he-IL" smtClean="0"/>
              <a:t>כ"א/חשון/תשפ"ד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17666-26E1-488B-8F42-88B9D2212AE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44429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319D-FADE-43E7-9829-F53F465A6B7F}" type="datetimeFigureOut">
              <a:rPr lang="he-IL" smtClean="0"/>
              <a:t>כ"א/חשון/תשפ"ד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17666-26E1-488B-8F42-88B9D2212AE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96517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319D-FADE-43E7-9829-F53F465A6B7F}" type="datetimeFigureOut">
              <a:rPr lang="he-IL" smtClean="0"/>
              <a:t>כ"א/חשון/תשפ"ד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17666-26E1-488B-8F42-88B9D2212AE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34928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319D-FADE-43E7-9829-F53F465A6B7F}" type="datetimeFigureOut">
              <a:rPr lang="he-IL" smtClean="0"/>
              <a:t>כ"א/חשון/תשפ"ד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17666-26E1-488B-8F42-88B9D2212AE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76983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319D-FADE-43E7-9829-F53F465A6B7F}" type="datetimeFigureOut">
              <a:rPr lang="he-IL" smtClean="0"/>
              <a:t>כ"א/חשון/תשפ"ד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17666-26E1-488B-8F42-88B9D2212AE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4996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319D-FADE-43E7-9829-F53F465A6B7F}" type="datetimeFigureOut">
              <a:rPr lang="he-IL" smtClean="0"/>
              <a:t>כ"א/חשון/תשפ"ד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17666-26E1-488B-8F42-88B9D2212AE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36803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319D-FADE-43E7-9829-F53F465A6B7F}" type="datetimeFigureOut">
              <a:rPr lang="he-IL" smtClean="0"/>
              <a:t>כ"א/חשון/תשפ"ד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17666-26E1-488B-8F42-88B9D2212AE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08113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319D-FADE-43E7-9829-F53F465A6B7F}" type="datetimeFigureOut">
              <a:rPr lang="he-IL" smtClean="0"/>
              <a:t>כ"א/חשון/תשפ"ד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17666-26E1-488B-8F42-88B9D2212AE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79003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319D-FADE-43E7-9829-F53F465A6B7F}" type="datetimeFigureOut">
              <a:rPr lang="he-IL" smtClean="0"/>
              <a:t>כ"א/חשון/תשפ"ד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17666-26E1-488B-8F42-88B9D2212AE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103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319D-FADE-43E7-9829-F53F465A6B7F}" type="datetimeFigureOut">
              <a:rPr lang="he-IL" smtClean="0"/>
              <a:t>כ"א/חשון/תשפ"ד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17666-26E1-488B-8F42-88B9D2212AE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55490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4E319D-FADE-43E7-9829-F53F465A6B7F}" type="datetimeFigureOut">
              <a:rPr lang="he-IL" smtClean="0"/>
              <a:t>כ"א/חשון/תשפ"ד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F17666-26E1-488B-8F42-88B9D2212AE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66053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755934" rtl="1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r" defTabSz="755934" rtl="1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r" defTabSz="755934" rtl="1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r" defTabSz="755934" rtl="1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r" defTabSz="755934" rtl="1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r" defTabSz="755934" rtl="1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r" defTabSz="755934" rtl="1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r" defTabSz="755934" rtl="1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r" defTabSz="755934" rtl="1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r" defTabSz="755934" rtl="1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755934" rtl="1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r" defTabSz="755934" rtl="1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r" defTabSz="755934" rtl="1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r" defTabSz="755934" rtl="1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r" defTabSz="755934" rtl="1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r" defTabSz="755934" rtl="1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r" defTabSz="755934" rtl="1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r" defTabSz="755934" rtl="1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r" defTabSz="755934" rtl="1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385C9392-D5F2-5A9D-FD07-4D414E3A717F}"/>
              </a:ext>
            </a:extLst>
          </p:cNvPr>
          <p:cNvSpPr txBox="1"/>
          <p:nvPr/>
        </p:nvSpPr>
        <p:spPr>
          <a:xfrm>
            <a:off x="4854037" y="2839110"/>
            <a:ext cx="1798766" cy="92333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 rtl="1"/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יש איבר מוביל בעמודת המקדמים החופשיים</a:t>
            </a: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4742954C-D3EC-93C1-7533-0D84E55CA3FD}"/>
              </a:ext>
            </a:extLst>
          </p:cNvPr>
          <p:cNvSpPr txBox="1"/>
          <p:nvPr/>
        </p:nvSpPr>
        <p:spPr>
          <a:xfrm>
            <a:off x="2514600" y="1355193"/>
            <a:ext cx="247296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 rtl="1"/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מטריצה מדורגת-מצומצמת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4758281F-12AD-9CE9-756A-65D3560A633F}"/>
              </a:ext>
            </a:extLst>
          </p:cNvPr>
          <p:cNvSpPr txBox="1"/>
          <p:nvPr/>
        </p:nvSpPr>
        <p:spPr>
          <a:xfrm>
            <a:off x="1708428" y="2841162"/>
            <a:ext cx="1798766" cy="92333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 rtl="1"/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אין איבר מוביל בעמודת המקדמים החופשיים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3379BF07-BA50-6971-6B9B-7F0CEA67C64A}"/>
              </a:ext>
            </a:extLst>
          </p:cNvPr>
          <p:cNvSpPr txBox="1"/>
          <p:nvPr/>
        </p:nvSpPr>
        <p:spPr>
          <a:xfrm>
            <a:off x="5321914" y="4772615"/>
            <a:ext cx="1942490" cy="92333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 rtl="1"/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אין </a:t>
            </a:r>
            <a:r>
              <a:rPr lang="he-IL" dirty="0" err="1">
                <a:latin typeface="David" panose="020E0502060401010101" pitchFamily="34" charset="-79"/>
                <a:cs typeface="David" panose="020E0502060401010101" pitchFamily="34" charset="-79"/>
              </a:rPr>
              <a:t>לממ"ל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 פתרונות, אוסף הפתרונות הוא הקבוצה הריקה.</a:t>
            </a: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0A548044-CD42-537F-1F9D-7ACFB7E449B9}"/>
              </a:ext>
            </a:extLst>
          </p:cNvPr>
          <p:cNvSpPr txBox="1"/>
          <p:nvPr/>
        </p:nvSpPr>
        <p:spPr>
          <a:xfrm>
            <a:off x="2845248" y="4715395"/>
            <a:ext cx="1652209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 rtl="1"/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בכל עמודה אחרת יש איבר מוביל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366EF5B7-5E36-B92C-FF2D-49CB8379FA0D}"/>
              </a:ext>
            </a:extLst>
          </p:cNvPr>
          <p:cNvSpPr txBox="1"/>
          <p:nvPr/>
        </p:nvSpPr>
        <p:spPr>
          <a:xfrm>
            <a:off x="859098" y="4721407"/>
            <a:ext cx="1477701" cy="92333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 rtl="1"/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קיימת עמודה אחרת שאין בה איבר מוביל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A9C57FC1-F024-6E66-7F5D-804EA4596B1D}"/>
              </a:ext>
            </a:extLst>
          </p:cNvPr>
          <p:cNvSpPr txBox="1"/>
          <p:nvPr/>
        </p:nvSpPr>
        <p:spPr>
          <a:xfrm>
            <a:off x="3238500" y="6342439"/>
            <a:ext cx="1713365" cy="12003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 rtl="1"/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יש </a:t>
            </a:r>
            <a:r>
              <a:rPr lang="he-IL" dirty="0" err="1">
                <a:latin typeface="David" panose="020E0502060401010101" pitchFamily="34" charset="-79"/>
                <a:cs typeface="David" panose="020E0502060401010101" pitchFamily="34" charset="-79"/>
              </a:rPr>
              <a:t>לממ"ל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 פתרון יחיד, אוסף הפתרונות הוא היחידון המתאים.</a:t>
            </a: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1E6A7A08-CCB7-F32C-9B67-ACB3EFC69F99}"/>
              </a:ext>
            </a:extLst>
          </p:cNvPr>
          <p:cNvSpPr txBox="1"/>
          <p:nvPr/>
        </p:nvSpPr>
        <p:spPr>
          <a:xfrm>
            <a:off x="490658" y="6596046"/>
            <a:ext cx="2023942" cy="23083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 rtl="1"/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יש </a:t>
            </a:r>
            <a:r>
              <a:rPr lang="he-IL" dirty="0" err="1">
                <a:latin typeface="David" panose="020E0502060401010101" pitchFamily="34" charset="-79"/>
                <a:cs typeface="David" panose="020E0502060401010101" pitchFamily="34" charset="-79"/>
              </a:rPr>
              <a:t>לממ"ל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 אינסוף פתרונות (או, אם השדה המדובר סופי, כמספר האיברים בשדה בחזקת מס' המשתנים החופשיים), אוסף הפתרונות נראה כפי שהצגנו לעיל.</a:t>
            </a:r>
          </a:p>
        </p:txBody>
      </p:sp>
      <p:sp>
        <p:nvSpPr>
          <p:cNvPr id="25" name="חץ: למטה 24">
            <a:extLst>
              <a:ext uri="{FF2B5EF4-FFF2-40B4-BE49-F238E27FC236}">
                <a16:creationId xmlns:a16="http://schemas.microsoft.com/office/drawing/2014/main" id="{49C5C592-E9F4-9ADC-59E0-85E5A0B20CE2}"/>
              </a:ext>
            </a:extLst>
          </p:cNvPr>
          <p:cNvSpPr/>
          <p:nvPr/>
        </p:nvSpPr>
        <p:spPr>
          <a:xfrm rot="1343178">
            <a:off x="2842308" y="1909567"/>
            <a:ext cx="305055" cy="792431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6" name="חץ: למטה 25">
            <a:extLst>
              <a:ext uri="{FF2B5EF4-FFF2-40B4-BE49-F238E27FC236}">
                <a16:creationId xmlns:a16="http://schemas.microsoft.com/office/drawing/2014/main" id="{41C1AED0-ED4F-0A01-F560-7330F905EBA8}"/>
              </a:ext>
            </a:extLst>
          </p:cNvPr>
          <p:cNvSpPr/>
          <p:nvPr/>
        </p:nvSpPr>
        <p:spPr>
          <a:xfrm rot="20276268">
            <a:off x="4799337" y="1889895"/>
            <a:ext cx="305055" cy="792431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7" name="חץ: למטה 26">
            <a:extLst>
              <a:ext uri="{FF2B5EF4-FFF2-40B4-BE49-F238E27FC236}">
                <a16:creationId xmlns:a16="http://schemas.microsoft.com/office/drawing/2014/main" id="{60E6E2CA-7291-9A55-0BD6-A17E3DAA1D34}"/>
              </a:ext>
            </a:extLst>
          </p:cNvPr>
          <p:cNvSpPr/>
          <p:nvPr/>
        </p:nvSpPr>
        <p:spPr>
          <a:xfrm rot="1343178">
            <a:off x="1737353" y="3843681"/>
            <a:ext cx="305055" cy="792431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8" name="חץ: למטה 27">
            <a:extLst>
              <a:ext uri="{FF2B5EF4-FFF2-40B4-BE49-F238E27FC236}">
                <a16:creationId xmlns:a16="http://schemas.microsoft.com/office/drawing/2014/main" id="{C2A5222A-5106-25E4-CBBC-8EC14B3A3958}"/>
              </a:ext>
            </a:extLst>
          </p:cNvPr>
          <p:cNvSpPr/>
          <p:nvPr/>
        </p:nvSpPr>
        <p:spPr>
          <a:xfrm rot="20276268">
            <a:off x="3064483" y="3843728"/>
            <a:ext cx="305055" cy="792431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9" name="חץ: למטה 28">
            <a:extLst>
              <a:ext uri="{FF2B5EF4-FFF2-40B4-BE49-F238E27FC236}">
                <a16:creationId xmlns:a16="http://schemas.microsoft.com/office/drawing/2014/main" id="{2F819156-D34E-9F54-1D01-E3701F478BE0}"/>
              </a:ext>
            </a:extLst>
          </p:cNvPr>
          <p:cNvSpPr/>
          <p:nvPr/>
        </p:nvSpPr>
        <p:spPr>
          <a:xfrm rot="20276268">
            <a:off x="3627308" y="5441373"/>
            <a:ext cx="305055" cy="792431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0" name="חץ: למטה 29">
            <a:extLst>
              <a:ext uri="{FF2B5EF4-FFF2-40B4-BE49-F238E27FC236}">
                <a16:creationId xmlns:a16="http://schemas.microsoft.com/office/drawing/2014/main" id="{04BEF019-1F02-0B78-0A7D-A132645C4CDD}"/>
              </a:ext>
            </a:extLst>
          </p:cNvPr>
          <p:cNvSpPr/>
          <p:nvPr/>
        </p:nvSpPr>
        <p:spPr>
          <a:xfrm rot="842082">
            <a:off x="1356354" y="5724176"/>
            <a:ext cx="305055" cy="792431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1" name="חץ: למטה 30">
            <a:extLst>
              <a:ext uri="{FF2B5EF4-FFF2-40B4-BE49-F238E27FC236}">
                <a16:creationId xmlns:a16="http://schemas.microsoft.com/office/drawing/2014/main" id="{68ED2BE2-8634-30C2-F863-89EAF4B6C76C}"/>
              </a:ext>
            </a:extLst>
          </p:cNvPr>
          <p:cNvSpPr/>
          <p:nvPr/>
        </p:nvSpPr>
        <p:spPr>
          <a:xfrm rot="20276268">
            <a:off x="5891337" y="3843633"/>
            <a:ext cx="305055" cy="792431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C7999F69-DEF7-6E92-BB50-75CD9ADC15D6}"/>
              </a:ext>
            </a:extLst>
          </p:cNvPr>
          <p:cNvSpPr txBox="1"/>
          <p:nvPr/>
        </p:nvSpPr>
        <p:spPr>
          <a:xfrm>
            <a:off x="2543355" y="799070"/>
            <a:ext cx="2472960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1">
            <a:spAutoFit/>
          </a:bodyPr>
          <a:lstStyle/>
          <a:p>
            <a:pPr algn="ctr" rtl="1"/>
            <a:r>
              <a:rPr lang="he-IL" b="1" u="sng" dirty="0">
                <a:latin typeface="David" panose="020E0502060401010101" pitchFamily="34" charset="-79"/>
                <a:cs typeface="David" panose="020E0502060401010101" pitchFamily="34" charset="-79"/>
              </a:rPr>
              <a:t>תרשים זרימה מסכם</a:t>
            </a:r>
          </a:p>
        </p:txBody>
      </p:sp>
    </p:spTree>
    <p:extLst>
      <p:ext uri="{BB962C8B-B14F-4D97-AF65-F5344CB8AC3E}">
        <p14:creationId xmlns:p14="http://schemas.microsoft.com/office/powerpoint/2010/main" val="600816752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ערכת נושא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46</TotalTime>
  <Words>79</Words>
  <Application>Microsoft Office PowerPoint</Application>
  <PresentationFormat>מותאם אישית</PresentationFormat>
  <Paragraphs>9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David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Sraya</dc:creator>
  <cp:lastModifiedBy>Sraya Ansbacher</cp:lastModifiedBy>
  <cp:revision>7</cp:revision>
  <dcterms:created xsi:type="dcterms:W3CDTF">2022-04-20T09:58:39Z</dcterms:created>
  <dcterms:modified xsi:type="dcterms:W3CDTF">2023-11-05T10:13:13Z</dcterms:modified>
</cp:coreProperties>
</file>