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6" r:id="rId1"/>
  </p:sldMasterIdLst>
  <p:sldIdLst>
    <p:sldId id="261" r:id="rId2"/>
  </p:sldIdLst>
  <p:sldSz cx="611981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33CCCC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431" autoAdjust="0"/>
    <p:restoredTop sz="94660"/>
  </p:normalViewPr>
  <p:slideViewPr>
    <p:cSldViewPr snapToGrid="0">
      <p:cViewPr>
        <p:scale>
          <a:sx n="100" d="100"/>
          <a:sy n="100" d="100"/>
        </p:scale>
        <p:origin x="18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589241"/>
            <a:ext cx="4589860" cy="1253490"/>
          </a:xfrm>
        </p:spPr>
        <p:txBody>
          <a:bodyPr anchor="b"/>
          <a:lstStyle>
            <a:lvl1pPr algn="ctr">
              <a:defRPr sz="301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1891070"/>
            <a:ext cx="4589860" cy="869275"/>
          </a:xfrm>
        </p:spPr>
        <p:txBody>
          <a:bodyPr/>
          <a:lstStyle>
            <a:lvl1pPr marL="0" indent="0" algn="ctr">
              <a:buNone/>
              <a:defRPr sz="1205"/>
            </a:lvl1pPr>
            <a:lvl2pPr marL="229514" indent="0" algn="ctr">
              <a:buNone/>
              <a:defRPr sz="1004"/>
            </a:lvl2pPr>
            <a:lvl3pPr marL="459029" indent="0" algn="ctr">
              <a:buNone/>
              <a:defRPr sz="904"/>
            </a:lvl3pPr>
            <a:lvl4pPr marL="688543" indent="0" algn="ctr">
              <a:buNone/>
              <a:defRPr sz="803"/>
            </a:lvl4pPr>
            <a:lvl5pPr marL="918058" indent="0" algn="ctr">
              <a:buNone/>
              <a:defRPr sz="803"/>
            </a:lvl5pPr>
            <a:lvl6pPr marL="1147572" indent="0" algn="ctr">
              <a:buNone/>
              <a:defRPr sz="803"/>
            </a:lvl6pPr>
            <a:lvl7pPr marL="1377086" indent="0" algn="ctr">
              <a:buNone/>
              <a:defRPr sz="803"/>
            </a:lvl7pPr>
            <a:lvl8pPr marL="1606601" indent="0" algn="ctr">
              <a:buNone/>
              <a:defRPr sz="803"/>
            </a:lvl8pPr>
            <a:lvl9pPr marL="1836115" indent="0" algn="ctr">
              <a:buNone/>
              <a:defRPr sz="803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447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865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897613"/>
            <a:ext cx="5278339" cy="1497687"/>
          </a:xfrm>
        </p:spPr>
        <p:txBody>
          <a:bodyPr anchor="b"/>
          <a:lstStyle>
            <a:lvl1pPr>
              <a:defRPr sz="301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2409468"/>
            <a:ext cx="5278339" cy="787598"/>
          </a:xfrm>
        </p:spPr>
        <p:txBody>
          <a:bodyPr/>
          <a:lstStyle>
            <a:lvl1pPr marL="0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1pPr>
            <a:lvl2pPr marL="229514" indent="0">
              <a:buNone/>
              <a:defRPr sz="1004">
                <a:solidFill>
                  <a:schemeClr val="tx1">
                    <a:tint val="75000"/>
                  </a:schemeClr>
                </a:solidFill>
              </a:defRPr>
            </a:lvl2pPr>
            <a:lvl3pPr marL="459029" indent="0">
              <a:buNone/>
              <a:defRPr sz="904">
                <a:solidFill>
                  <a:schemeClr val="tx1">
                    <a:tint val="75000"/>
                  </a:schemeClr>
                </a:solidFill>
              </a:defRPr>
            </a:lvl3pPr>
            <a:lvl4pPr marL="688543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4pPr>
            <a:lvl5pPr marL="918058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5pPr>
            <a:lvl6pPr marL="1147572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6pPr>
            <a:lvl7pPr marL="1377086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7pPr>
            <a:lvl8pPr marL="1606601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8pPr>
            <a:lvl9pPr marL="1836115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883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958453"/>
            <a:ext cx="2600921" cy="228445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958453"/>
            <a:ext cx="2600921" cy="228445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2879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191691"/>
            <a:ext cx="5278339" cy="6959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882610"/>
            <a:ext cx="2588968" cy="432554"/>
          </a:xfrm>
        </p:spPr>
        <p:txBody>
          <a:bodyPr anchor="b"/>
          <a:lstStyle>
            <a:lvl1pPr marL="0" indent="0">
              <a:buNone/>
              <a:defRPr sz="1205" b="1"/>
            </a:lvl1pPr>
            <a:lvl2pPr marL="229514" indent="0">
              <a:buNone/>
              <a:defRPr sz="1004" b="1"/>
            </a:lvl2pPr>
            <a:lvl3pPr marL="459029" indent="0">
              <a:buNone/>
              <a:defRPr sz="904" b="1"/>
            </a:lvl3pPr>
            <a:lvl4pPr marL="688543" indent="0">
              <a:buNone/>
              <a:defRPr sz="803" b="1"/>
            </a:lvl4pPr>
            <a:lvl5pPr marL="918058" indent="0">
              <a:buNone/>
              <a:defRPr sz="803" b="1"/>
            </a:lvl5pPr>
            <a:lvl6pPr marL="1147572" indent="0">
              <a:buNone/>
              <a:defRPr sz="803" b="1"/>
            </a:lvl6pPr>
            <a:lvl7pPr marL="1377086" indent="0">
              <a:buNone/>
              <a:defRPr sz="803" b="1"/>
            </a:lvl7pPr>
            <a:lvl8pPr marL="1606601" indent="0">
              <a:buNone/>
              <a:defRPr sz="803" b="1"/>
            </a:lvl8pPr>
            <a:lvl9pPr marL="1836115" indent="0">
              <a:buNone/>
              <a:defRPr sz="803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1315164"/>
            <a:ext cx="2588968" cy="19344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882610"/>
            <a:ext cx="2601718" cy="432554"/>
          </a:xfrm>
        </p:spPr>
        <p:txBody>
          <a:bodyPr anchor="b"/>
          <a:lstStyle>
            <a:lvl1pPr marL="0" indent="0">
              <a:buNone/>
              <a:defRPr sz="1205" b="1"/>
            </a:lvl1pPr>
            <a:lvl2pPr marL="229514" indent="0">
              <a:buNone/>
              <a:defRPr sz="1004" b="1"/>
            </a:lvl2pPr>
            <a:lvl3pPr marL="459029" indent="0">
              <a:buNone/>
              <a:defRPr sz="904" b="1"/>
            </a:lvl3pPr>
            <a:lvl4pPr marL="688543" indent="0">
              <a:buNone/>
              <a:defRPr sz="803" b="1"/>
            </a:lvl4pPr>
            <a:lvl5pPr marL="918058" indent="0">
              <a:buNone/>
              <a:defRPr sz="803" b="1"/>
            </a:lvl5pPr>
            <a:lvl6pPr marL="1147572" indent="0">
              <a:buNone/>
              <a:defRPr sz="803" b="1"/>
            </a:lvl6pPr>
            <a:lvl7pPr marL="1377086" indent="0">
              <a:buNone/>
              <a:defRPr sz="803" b="1"/>
            </a:lvl7pPr>
            <a:lvl8pPr marL="1606601" indent="0">
              <a:buNone/>
              <a:defRPr sz="803" b="1"/>
            </a:lvl8pPr>
            <a:lvl9pPr marL="1836115" indent="0">
              <a:buNone/>
              <a:defRPr sz="803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1315164"/>
            <a:ext cx="2601718" cy="19344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935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954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924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40030"/>
            <a:ext cx="1973799" cy="840105"/>
          </a:xfrm>
        </p:spPr>
        <p:txBody>
          <a:bodyPr anchor="b"/>
          <a:lstStyle>
            <a:lvl1pPr>
              <a:defRPr sz="1606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518398"/>
            <a:ext cx="3098155" cy="2558653"/>
          </a:xfrm>
        </p:spPr>
        <p:txBody>
          <a:bodyPr/>
          <a:lstStyle>
            <a:lvl1pPr>
              <a:defRPr sz="1606"/>
            </a:lvl1pPr>
            <a:lvl2pPr>
              <a:defRPr sz="1406"/>
            </a:lvl2pPr>
            <a:lvl3pPr>
              <a:defRPr sz="1205"/>
            </a:lvl3pPr>
            <a:lvl4pPr>
              <a:defRPr sz="1004"/>
            </a:lvl4pPr>
            <a:lvl5pPr>
              <a:defRPr sz="1004"/>
            </a:lvl5pPr>
            <a:lvl6pPr>
              <a:defRPr sz="1004"/>
            </a:lvl6pPr>
            <a:lvl7pPr>
              <a:defRPr sz="1004"/>
            </a:lvl7pPr>
            <a:lvl8pPr>
              <a:defRPr sz="1004"/>
            </a:lvl8pPr>
            <a:lvl9pPr>
              <a:defRPr sz="100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080135"/>
            <a:ext cx="1973799" cy="2001084"/>
          </a:xfrm>
        </p:spPr>
        <p:txBody>
          <a:bodyPr/>
          <a:lstStyle>
            <a:lvl1pPr marL="0" indent="0">
              <a:buNone/>
              <a:defRPr sz="803"/>
            </a:lvl1pPr>
            <a:lvl2pPr marL="229514" indent="0">
              <a:buNone/>
              <a:defRPr sz="703"/>
            </a:lvl2pPr>
            <a:lvl3pPr marL="459029" indent="0">
              <a:buNone/>
              <a:defRPr sz="602"/>
            </a:lvl3pPr>
            <a:lvl4pPr marL="688543" indent="0">
              <a:buNone/>
              <a:defRPr sz="502"/>
            </a:lvl4pPr>
            <a:lvl5pPr marL="918058" indent="0">
              <a:buNone/>
              <a:defRPr sz="502"/>
            </a:lvl5pPr>
            <a:lvl6pPr marL="1147572" indent="0">
              <a:buNone/>
              <a:defRPr sz="502"/>
            </a:lvl6pPr>
            <a:lvl7pPr marL="1377086" indent="0">
              <a:buNone/>
              <a:defRPr sz="502"/>
            </a:lvl7pPr>
            <a:lvl8pPr marL="1606601" indent="0">
              <a:buNone/>
              <a:defRPr sz="502"/>
            </a:lvl8pPr>
            <a:lvl9pPr marL="1836115" indent="0">
              <a:buNone/>
              <a:defRPr sz="50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029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40030"/>
            <a:ext cx="1973799" cy="840105"/>
          </a:xfrm>
        </p:spPr>
        <p:txBody>
          <a:bodyPr anchor="b"/>
          <a:lstStyle>
            <a:lvl1pPr>
              <a:defRPr sz="1606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518398"/>
            <a:ext cx="3098155" cy="2558653"/>
          </a:xfrm>
        </p:spPr>
        <p:txBody>
          <a:bodyPr anchor="t"/>
          <a:lstStyle>
            <a:lvl1pPr marL="0" indent="0">
              <a:buNone/>
              <a:defRPr sz="1606"/>
            </a:lvl1pPr>
            <a:lvl2pPr marL="229514" indent="0">
              <a:buNone/>
              <a:defRPr sz="1406"/>
            </a:lvl2pPr>
            <a:lvl3pPr marL="459029" indent="0">
              <a:buNone/>
              <a:defRPr sz="1205"/>
            </a:lvl3pPr>
            <a:lvl4pPr marL="688543" indent="0">
              <a:buNone/>
              <a:defRPr sz="1004"/>
            </a:lvl4pPr>
            <a:lvl5pPr marL="918058" indent="0">
              <a:buNone/>
              <a:defRPr sz="1004"/>
            </a:lvl5pPr>
            <a:lvl6pPr marL="1147572" indent="0">
              <a:buNone/>
              <a:defRPr sz="1004"/>
            </a:lvl6pPr>
            <a:lvl7pPr marL="1377086" indent="0">
              <a:buNone/>
              <a:defRPr sz="1004"/>
            </a:lvl7pPr>
            <a:lvl8pPr marL="1606601" indent="0">
              <a:buNone/>
              <a:defRPr sz="1004"/>
            </a:lvl8pPr>
            <a:lvl9pPr marL="1836115" indent="0">
              <a:buNone/>
              <a:defRPr sz="1004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080135"/>
            <a:ext cx="1973799" cy="2001084"/>
          </a:xfrm>
        </p:spPr>
        <p:txBody>
          <a:bodyPr/>
          <a:lstStyle>
            <a:lvl1pPr marL="0" indent="0">
              <a:buNone/>
              <a:defRPr sz="803"/>
            </a:lvl1pPr>
            <a:lvl2pPr marL="229514" indent="0">
              <a:buNone/>
              <a:defRPr sz="703"/>
            </a:lvl2pPr>
            <a:lvl3pPr marL="459029" indent="0">
              <a:buNone/>
              <a:defRPr sz="602"/>
            </a:lvl3pPr>
            <a:lvl4pPr marL="688543" indent="0">
              <a:buNone/>
              <a:defRPr sz="502"/>
            </a:lvl4pPr>
            <a:lvl5pPr marL="918058" indent="0">
              <a:buNone/>
              <a:defRPr sz="502"/>
            </a:lvl5pPr>
            <a:lvl6pPr marL="1147572" indent="0">
              <a:buNone/>
              <a:defRPr sz="502"/>
            </a:lvl6pPr>
            <a:lvl7pPr marL="1377086" indent="0">
              <a:buNone/>
              <a:defRPr sz="502"/>
            </a:lvl7pPr>
            <a:lvl8pPr marL="1606601" indent="0">
              <a:buNone/>
              <a:defRPr sz="502"/>
            </a:lvl8pPr>
            <a:lvl9pPr marL="1836115" indent="0">
              <a:buNone/>
              <a:defRPr sz="50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800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7650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191691"/>
            <a:ext cx="1319585" cy="305121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191691"/>
            <a:ext cx="3882256" cy="305121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207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191691"/>
            <a:ext cx="5278339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958453"/>
            <a:ext cx="5278339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3337084"/>
            <a:ext cx="137695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54AB-93F5-4C2C-933F-1FBA0DD6E349}" type="datetimeFigureOut">
              <a:rPr lang="he-IL" smtClean="0"/>
              <a:t>ה'/כסלו/תשפ"ד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3337084"/>
            <a:ext cx="2065437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3337084"/>
            <a:ext cx="137695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14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9029" rtl="1" eaLnBrk="1" latinLnBrk="0" hangingPunct="1">
        <a:lnSpc>
          <a:spcPct val="90000"/>
        </a:lnSpc>
        <a:spcBef>
          <a:spcPct val="0"/>
        </a:spcBef>
        <a:buNone/>
        <a:defRPr sz="22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757" indent="-114757" algn="r" defTabSz="459029" rtl="1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406" kern="1200">
          <a:solidFill>
            <a:schemeClr val="tx1"/>
          </a:solidFill>
          <a:latin typeface="+mn-lt"/>
          <a:ea typeface="+mn-ea"/>
          <a:cs typeface="+mn-cs"/>
        </a:defRPr>
      </a:lvl1pPr>
      <a:lvl2pPr marL="344272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573786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4" kern="1200">
          <a:solidFill>
            <a:schemeClr val="tx1"/>
          </a:solidFill>
          <a:latin typeface="+mn-lt"/>
          <a:ea typeface="+mn-ea"/>
          <a:cs typeface="+mn-cs"/>
        </a:defRPr>
      </a:lvl3pPr>
      <a:lvl4pPr marL="803300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4pPr>
      <a:lvl5pPr marL="1032815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5pPr>
      <a:lvl6pPr marL="1262329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6pPr>
      <a:lvl7pPr marL="1491844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7pPr>
      <a:lvl8pPr marL="1721358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8pPr>
      <a:lvl9pPr marL="1950872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1pPr>
      <a:lvl2pPr marL="229514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2pPr>
      <a:lvl3pPr marL="459029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3pPr>
      <a:lvl4pPr marL="688543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4pPr>
      <a:lvl5pPr marL="918058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5pPr>
      <a:lvl6pPr marL="1147572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6pPr>
      <a:lvl7pPr marL="1377086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7pPr>
      <a:lvl8pPr marL="1606601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8pPr>
      <a:lvl9pPr marL="1836115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מחבר ישר 135">
            <a:extLst>
              <a:ext uri="{FF2B5EF4-FFF2-40B4-BE49-F238E27FC236}">
                <a16:creationId xmlns:a16="http://schemas.microsoft.com/office/drawing/2014/main" id="{E751278C-7D54-1FAB-A5CC-ACC0FCB7DB49}"/>
              </a:ext>
            </a:extLst>
          </p:cNvPr>
          <p:cNvCxnSpPr>
            <a:cxnSpLocks/>
          </p:cNvCxnSpPr>
          <p:nvPr/>
        </p:nvCxnSpPr>
        <p:spPr>
          <a:xfrm flipH="1">
            <a:off x="-438068" y="177623"/>
            <a:ext cx="6557881" cy="34875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מחבר ישר 136">
            <a:extLst>
              <a:ext uri="{FF2B5EF4-FFF2-40B4-BE49-F238E27FC236}">
                <a16:creationId xmlns:a16="http://schemas.microsoft.com/office/drawing/2014/main" id="{56D23AF7-5990-801E-B278-1BC17CED94B2}"/>
              </a:ext>
            </a:extLst>
          </p:cNvPr>
          <p:cNvCxnSpPr>
            <a:cxnSpLocks/>
          </p:cNvCxnSpPr>
          <p:nvPr/>
        </p:nvCxnSpPr>
        <p:spPr>
          <a:xfrm flipH="1" flipV="1">
            <a:off x="-394061" y="897467"/>
            <a:ext cx="6756400" cy="2167466"/>
          </a:xfrm>
          <a:prstGeom prst="line">
            <a:avLst/>
          </a:prstGeom>
          <a:ln w="381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מחבר ישר 137">
            <a:extLst>
              <a:ext uri="{FF2B5EF4-FFF2-40B4-BE49-F238E27FC236}">
                <a16:creationId xmlns:a16="http://schemas.microsoft.com/office/drawing/2014/main" id="{D8F55AD2-960A-0BF4-5594-27EB0B76C8B9}"/>
              </a:ext>
            </a:extLst>
          </p:cNvPr>
          <p:cNvCxnSpPr>
            <a:cxnSpLocks/>
          </p:cNvCxnSpPr>
          <p:nvPr/>
        </p:nvCxnSpPr>
        <p:spPr>
          <a:xfrm flipV="1">
            <a:off x="-182394" y="2043470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מחבר ישר 138">
            <a:extLst>
              <a:ext uri="{FF2B5EF4-FFF2-40B4-BE49-F238E27FC236}">
                <a16:creationId xmlns:a16="http://schemas.microsoft.com/office/drawing/2014/main" id="{ADDBF2DA-6FE9-9DA1-D756-059779D3B6FB}"/>
              </a:ext>
            </a:extLst>
          </p:cNvPr>
          <p:cNvCxnSpPr>
            <a:cxnSpLocks/>
          </p:cNvCxnSpPr>
          <p:nvPr/>
        </p:nvCxnSpPr>
        <p:spPr>
          <a:xfrm flipH="1">
            <a:off x="3150351" y="323588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מחבר ישר 141">
            <a:extLst>
              <a:ext uri="{FF2B5EF4-FFF2-40B4-BE49-F238E27FC236}">
                <a16:creationId xmlns:a16="http://schemas.microsoft.com/office/drawing/2014/main" id="{DED01691-B7C3-68AA-D7EB-8263CF177239}"/>
              </a:ext>
            </a:extLst>
          </p:cNvPr>
          <p:cNvCxnSpPr>
            <a:cxnSpLocks/>
          </p:cNvCxnSpPr>
          <p:nvPr/>
        </p:nvCxnSpPr>
        <p:spPr>
          <a:xfrm flipV="1">
            <a:off x="287861" y="2175922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מחבר ישר 142">
            <a:extLst>
              <a:ext uri="{FF2B5EF4-FFF2-40B4-BE49-F238E27FC236}">
                <a16:creationId xmlns:a16="http://schemas.microsoft.com/office/drawing/2014/main" id="{00621CA1-A2D3-63CA-7E96-D73CFE321F39}"/>
              </a:ext>
            </a:extLst>
          </p:cNvPr>
          <p:cNvCxnSpPr>
            <a:cxnSpLocks/>
          </p:cNvCxnSpPr>
          <p:nvPr/>
        </p:nvCxnSpPr>
        <p:spPr>
          <a:xfrm flipH="1">
            <a:off x="3620606" y="456040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מחבר ישר 145">
            <a:extLst>
              <a:ext uri="{FF2B5EF4-FFF2-40B4-BE49-F238E27FC236}">
                <a16:creationId xmlns:a16="http://schemas.microsoft.com/office/drawing/2014/main" id="{A7731362-914E-F613-ED3D-EAD7CDE6F28E}"/>
              </a:ext>
            </a:extLst>
          </p:cNvPr>
          <p:cNvCxnSpPr>
            <a:cxnSpLocks/>
          </p:cNvCxnSpPr>
          <p:nvPr/>
        </p:nvCxnSpPr>
        <p:spPr>
          <a:xfrm flipV="1">
            <a:off x="795296" y="2344106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מחבר ישר 146">
            <a:extLst>
              <a:ext uri="{FF2B5EF4-FFF2-40B4-BE49-F238E27FC236}">
                <a16:creationId xmlns:a16="http://schemas.microsoft.com/office/drawing/2014/main" id="{12EF0E49-0E18-1EEF-2245-98A09F1D40D2}"/>
              </a:ext>
            </a:extLst>
          </p:cNvPr>
          <p:cNvCxnSpPr>
            <a:cxnSpLocks/>
          </p:cNvCxnSpPr>
          <p:nvPr/>
        </p:nvCxnSpPr>
        <p:spPr>
          <a:xfrm flipH="1">
            <a:off x="4128041" y="624224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מחבר ישר 149">
            <a:extLst>
              <a:ext uri="{FF2B5EF4-FFF2-40B4-BE49-F238E27FC236}">
                <a16:creationId xmlns:a16="http://schemas.microsoft.com/office/drawing/2014/main" id="{5878EC7A-B056-CD2E-0049-CE7D24A547E0}"/>
              </a:ext>
            </a:extLst>
          </p:cNvPr>
          <p:cNvCxnSpPr>
            <a:cxnSpLocks/>
          </p:cNvCxnSpPr>
          <p:nvPr/>
        </p:nvCxnSpPr>
        <p:spPr>
          <a:xfrm flipV="1">
            <a:off x="1288757" y="2515499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מחבר ישר 150">
            <a:extLst>
              <a:ext uri="{FF2B5EF4-FFF2-40B4-BE49-F238E27FC236}">
                <a16:creationId xmlns:a16="http://schemas.microsoft.com/office/drawing/2014/main" id="{4FEF6B7B-815C-0FC1-B0C2-F7AD3D2E72E1}"/>
              </a:ext>
            </a:extLst>
          </p:cNvPr>
          <p:cNvCxnSpPr>
            <a:cxnSpLocks/>
          </p:cNvCxnSpPr>
          <p:nvPr/>
        </p:nvCxnSpPr>
        <p:spPr>
          <a:xfrm flipH="1">
            <a:off x="4621502" y="795617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מחבר ישר 153">
            <a:extLst>
              <a:ext uri="{FF2B5EF4-FFF2-40B4-BE49-F238E27FC236}">
                <a16:creationId xmlns:a16="http://schemas.microsoft.com/office/drawing/2014/main" id="{D8B8D14B-1EA2-488C-BD05-12719F2B0536}"/>
              </a:ext>
            </a:extLst>
          </p:cNvPr>
          <p:cNvCxnSpPr>
            <a:cxnSpLocks/>
          </p:cNvCxnSpPr>
          <p:nvPr/>
        </p:nvCxnSpPr>
        <p:spPr>
          <a:xfrm flipV="1">
            <a:off x="-2406549" y="1340924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מחבר ישר 154">
            <a:extLst>
              <a:ext uri="{FF2B5EF4-FFF2-40B4-BE49-F238E27FC236}">
                <a16:creationId xmlns:a16="http://schemas.microsoft.com/office/drawing/2014/main" id="{52FE0AFC-EAED-2A39-6A2E-F86361EA9977}"/>
              </a:ext>
            </a:extLst>
          </p:cNvPr>
          <p:cNvCxnSpPr>
            <a:cxnSpLocks/>
          </p:cNvCxnSpPr>
          <p:nvPr/>
        </p:nvCxnSpPr>
        <p:spPr>
          <a:xfrm flipH="1">
            <a:off x="926196" y="-378958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מחבר ישר 157">
            <a:extLst>
              <a:ext uri="{FF2B5EF4-FFF2-40B4-BE49-F238E27FC236}">
                <a16:creationId xmlns:a16="http://schemas.microsoft.com/office/drawing/2014/main" id="{2CF2F5D2-86EC-AAE9-0AEE-1D237071FC94}"/>
              </a:ext>
            </a:extLst>
          </p:cNvPr>
          <p:cNvCxnSpPr>
            <a:cxnSpLocks/>
          </p:cNvCxnSpPr>
          <p:nvPr/>
        </p:nvCxnSpPr>
        <p:spPr>
          <a:xfrm flipV="1">
            <a:off x="-1907015" y="1518724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מחבר ישר 158">
            <a:extLst>
              <a:ext uri="{FF2B5EF4-FFF2-40B4-BE49-F238E27FC236}">
                <a16:creationId xmlns:a16="http://schemas.microsoft.com/office/drawing/2014/main" id="{CB6D3E43-67CA-638B-8404-FB1C2EA35411}"/>
              </a:ext>
            </a:extLst>
          </p:cNvPr>
          <p:cNvCxnSpPr>
            <a:cxnSpLocks/>
          </p:cNvCxnSpPr>
          <p:nvPr/>
        </p:nvCxnSpPr>
        <p:spPr>
          <a:xfrm flipH="1">
            <a:off x="1425730" y="-201158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מחבר ישר 161">
            <a:extLst>
              <a:ext uri="{FF2B5EF4-FFF2-40B4-BE49-F238E27FC236}">
                <a16:creationId xmlns:a16="http://schemas.microsoft.com/office/drawing/2014/main" id="{31D3BE1E-6B79-1B59-9F00-03D57FE72C4F}"/>
              </a:ext>
            </a:extLst>
          </p:cNvPr>
          <p:cNvCxnSpPr>
            <a:cxnSpLocks/>
          </p:cNvCxnSpPr>
          <p:nvPr/>
        </p:nvCxnSpPr>
        <p:spPr>
          <a:xfrm flipV="1">
            <a:off x="-1418774" y="1641493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מחבר ישר 162">
            <a:extLst>
              <a:ext uri="{FF2B5EF4-FFF2-40B4-BE49-F238E27FC236}">
                <a16:creationId xmlns:a16="http://schemas.microsoft.com/office/drawing/2014/main" id="{6F446BE4-7462-8D6F-7BE5-C6F43FEF2514}"/>
              </a:ext>
            </a:extLst>
          </p:cNvPr>
          <p:cNvCxnSpPr>
            <a:cxnSpLocks/>
          </p:cNvCxnSpPr>
          <p:nvPr/>
        </p:nvCxnSpPr>
        <p:spPr>
          <a:xfrm flipH="1">
            <a:off x="1913971" y="-78389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מחבר ישר 165">
            <a:extLst>
              <a:ext uri="{FF2B5EF4-FFF2-40B4-BE49-F238E27FC236}">
                <a16:creationId xmlns:a16="http://schemas.microsoft.com/office/drawing/2014/main" id="{B02BFC7F-CBE1-B56D-AB35-EC9BBEE51330}"/>
              </a:ext>
            </a:extLst>
          </p:cNvPr>
          <p:cNvCxnSpPr>
            <a:cxnSpLocks/>
          </p:cNvCxnSpPr>
          <p:nvPr/>
        </p:nvCxnSpPr>
        <p:spPr>
          <a:xfrm flipV="1">
            <a:off x="-917298" y="1819293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מחבר ישר 166">
            <a:extLst>
              <a:ext uri="{FF2B5EF4-FFF2-40B4-BE49-F238E27FC236}">
                <a16:creationId xmlns:a16="http://schemas.microsoft.com/office/drawing/2014/main" id="{337E5786-B241-30BE-AD22-A9DDAE2A0DCA}"/>
              </a:ext>
            </a:extLst>
          </p:cNvPr>
          <p:cNvCxnSpPr>
            <a:cxnSpLocks/>
          </p:cNvCxnSpPr>
          <p:nvPr/>
        </p:nvCxnSpPr>
        <p:spPr>
          <a:xfrm flipH="1">
            <a:off x="2433063" y="0"/>
            <a:ext cx="3394042" cy="1787525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מחבר ישר 169">
            <a:extLst>
              <a:ext uri="{FF2B5EF4-FFF2-40B4-BE49-F238E27FC236}">
                <a16:creationId xmlns:a16="http://schemas.microsoft.com/office/drawing/2014/main" id="{FDCB97FA-9EE8-8214-722D-205B2241097F}"/>
              </a:ext>
            </a:extLst>
          </p:cNvPr>
          <p:cNvCxnSpPr>
            <a:cxnSpLocks/>
          </p:cNvCxnSpPr>
          <p:nvPr/>
        </p:nvCxnSpPr>
        <p:spPr>
          <a:xfrm flipH="1">
            <a:off x="-1000687" y="-994279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מחבר ישר 171">
            <a:extLst>
              <a:ext uri="{FF2B5EF4-FFF2-40B4-BE49-F238E27FC236}">
                <a16:creationId xmlns:a16="http://schemas.microsoft.com/office/drawing/2014/main" id="{9788BACE-8B2D-4521-B9DB-37CCB3AD9640}"/>
              </a:ext>
            </a:extLst>
          </p:cNvPr>
          <p:cNvCxnSpPr>
            <a:cxnSpLocks/>
          </p:cNvCxnSpPr>
          <p:nvPr/>
        </p:nvCxnSpPr>
        <p:spPr>
          <a:xfrm flipH="1">
            <a:off x="-501153" y="-816479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מחבר ישר 173">
            <a:extLst>
              <a:ext uri="{FF2B5EF4-FFF2-40B4-BE49-F238E27FC236}">
                <a16:creationId xmlns:a16="http://schemas.microsoft.com/office/drawing/2014/main" id="{63ACD90E-D68A-6815-7016-388B6057B46B}"/>
              </a:ext>
            </a:extLst>
          </p:cNvPr>
          <p:cNvCxnSpPr>
            <a:cxnSpLocks/>
          </p:cNvCxnSpPr>
          <p:nvPr/>
        </p:nvCxnSpPr>
        <p:spPr>
          <a:xfrm flipH="1">
            <a:off x="-74700" y="-674397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מחבר ישר 175">
            <a:extLst>
              <a:ext uri="{FF2B5EF4-FFF2-40B4-BE49-F238E27FC236}">
                <a16:creationId xmlns:a16="http://schemas.microsoft.com/office/drawing/2014/main" id="{87721F13-4A25-7439-F662-312AB4BDE451}"/>
              </a:ext>
            </a:extLst>
          </p:cNvPr>
          <p:cNvCxnSpPr>
            <a:cxnSpLocks/>
          </p:cNvCxnSpPr>
          <p:nvPr/>
        </p:nvCxnSpPr>
        <p:spPr>
          <a:xfrm flipV="1">
            <a:off x="-2844881" y="1184456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מחבר ישר 176">
            <a:extLst>
              <a:ext uri="{FF2B5EF4-FFF2-40B4-BE49-F238E27FC236}">
                <a16:creationId xmlns:a16="http://schemas.microsoft.com/office/drawing/2014/main" id="{2979EBEA-1E3C-4932-0CBF-14B8869FC717}"/>
              </a:ext>
            </a:extLst>
          </p:cNvPr>
          <p:cNvCxnSpPr>
            <a:cxnSpLocks/>
          </p:cNvCxnSpPr>
          <p:nvPr/>
        </p:nvCxnSpPr>
        <p:spPr>
          <a:xfrm flipH="1">
            <a:off x="487864" y="-535426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מחבר ישר 187">
            <a:extLst>
              <a:ext uri="{FF2B5EF4-FFF2-40B4-BE49-F238E27FC236}">
                <a16:creationId xmlns:a16="http://schemas.microsoft.com/office/drawing/2014/main" id="{1EC99817-C4A5-412F-1FC6-0F3FC90534B4}"/>
              </a:ext>
            </a:extLst>
          </p:cNvPr>
          <p:cNvCxnSpPr>
            <a:cxnSpLocks/>
          </p:cNvCxnSpPr>
          <p:nvPr/>
        </p:nvCxnSpPr>
        <p:spPr>
          <a:xfrm flipV="1">
            <a:off x="2951723" y="3049162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מחבר ישר 194">
            <a:extLst>
              <a:ext uri="{FF2B5EF4-FFF2-40B4-BE49-F238E27FC236}">
                <a16:creationId xmlns:a16="http://schemas.microsoft.com/office/drawing/2014/main" id="{052F7091-8C5D-81D4-5222-68151DE55934}"/>
              </a:ext>
            </a:extLst>
          </p:cNvPr>
          <p:cNvCxnSpPr>
            <a:cxnSpLocks/>
          </p:cNvCxnSpPr>
          <p:nvPr/>
        </p:nvCxnSpPr>
        <p:spPr>
          <a:xfrm flipH="1">
            <a:off x="5158594" y="950954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מחבר ישר 196">
            <a:extLst>
              <a:ext uri="{FF2B5EF4-FFF2-40B4-BE49-F238E27FC236}">
                <a16:creationId xmlns:a16="http://schemas.microsoft.com/office/drawing/2014/main" id="{8A3DC0A6-4178-46CA-D3C9-896901A72628}"/>
              </a:ext>
            </a:extLst>
          </p:cNvPr>
          <p:cNvCxnSpPr>
            <a:cxnSpLocks/>
          </p:cNvCxnSpPr>
          <p:nvPr/>
        </p:nvCxnSpPr>
        <p:spPr>
          <a:xfrm flipV="1">
            <a:off x="1833921" y="2671967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מחבר ישר 198">
            <a:extLst>
              <a:ext uri="{FF2B5EF4-FFF2-40B4-BE49-F238E27FC236}">
                <a16:creationId xmlns:a16="http://schemas.microsoft.com/office/drawing/2014/main" id="{5BF993C2-68FB-3934-8AC9-E740E445EEB5}"/>
              </a:ext>
            </a:extLst>
          </p:cNvPr>
          <p:cNvCxnSpPr>
            <a:cxnSpLocks/>
          </p:cNvCxnSpPr>
          <p:nvPr/>
        </p:nvCxnSpPr>
        <p:spPr>
          <a:xfrm flipH="1">
            <a:off x="5737810" y="1156374"/>
            <a:ext cx="3285067" cy="1710266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מחבר ישר 199">
            <a:extLst>
              <a:ext uri="{FF2B5EF4-FFF2-40B4-BE49-F238E27FC236}">
                <a16:creationId xmlns:a16="http://schemas.microsoft.com/office/drawing/2014/main" id="{5C5645F8-8A28-D51A-75FA-1963D224EC63}"/>
              </a:ext>
            </a:extLst>
          </p:cNvPr>
          <p:cNvCxnSpPr>
            <a:cxnSpLocks/>
          </p:cNvCxnSpPr>
          <p:nvPr/>
        </p:nvCxnSpPr>
        <p:spPr>
          <a:xfrm flipV="1">
            <a:off x="2414027" y="2860271"/>
            <a:ext cx="3332745" cy="1793079"/>
          </a:xfrm>
          <a:prstGeom prst="line">
            <a:avLst/>
          </a:prstGeom>
          <a:ln w="12700">
            <a:solidFill>
              <a:srgbClr val="FF0000"/>
            </a:solidFill>
            <a:prstDash val="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קבוצה 132">
            <a:extLst>
              <a:ext uri="{FF2B5EF4-FFF2-40B4-BE49-F238E27FC236}">
                <a16:creationId xmlns:a16="http://schemas.microsoft.com/office/drawing/2014/main" id="{2E6CE588-8153-CF00-38AC-090A1F223C13}"/>
              </a:ext>
            </a:extLst>
          </p:cNvPr>
          <p:cNvGrpSpPr/>
          <p:nvPr/>
        </p:nvGrpSpPr>
        <p:grpSpPr>
          <a:xfrm>
            <a:off x="-25195" y="163346"/>
            <a:ext cx="5984655" cy="4499129"/>
            <a:chOff x="575733" y="1673030"/>
            <a:chExt cx="5984655" cy="4499129"/>
          </a:xfrm>
        </p:grpSpPr>
        <p:cxnSp>
          <p:nvCxnSpPr>
            <p:cNvPr id="134" name="מחבר חץ ישר 133">
              <a:extLst>
                <a:ext uri="{FF2B5EF4-FFF2-40B4-BE49-F238E27FC236}">
                  <a16:creationId xmlns:a16="http://schemas.microsoft.com/office/drawing/2014/main" id="{39D340A0-DAE0-53FD-0E00-A54C9CB6C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8306" y="1673030"/>
              <a:ext cx="0" cy="44991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מחבר חץ ישר 134">
              <a:extLst>
                <a:ext uri="{FF2B5EF4-FFF2-40B4-BE49-F238E27FC236}">
                  <a16:creationId xmlns:a16="http://schemas.microsoft.com/office/drawing/2014/main" id="{9758CC4B-F5A4-B1E6-6BC0-6347EA8741C0}"/>
                </a:ext>
              </a:extLst>
            </p:cNvPr>
            <p:cNvCxnSpPr>
              <a:cxnSpLocks/>
            </p:cNvCxnSpPr>
            <p:nvPr/>
          </p:nvCxnSpPr>
          <p:spPr>
            <a:xfrm>
              <a:off x="575733" y="3444284"/>
              <a:ext cx="59846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93284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102</TotalTime>
  <Words>0</Words>
  <Application>Microsoft Office PowerPoint</Application>
  <PresentationFormat>מותאם אישית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</dc:creator>
  <cp:lastModifiedBy>Sraya Ansbacher</cp:lastModifiedBy>
  <cp:revision>18</cp:revision>
  <dcterms:created xsi:type="dcterms:W3CDTF">2022-05-05T11:53:23Z</dcterms:created>
  <dcterms:modified xsi:type="dcterms:W3CDTF">2023-11-18T19:33:53Z</dcterms:modified>
</cp:coreProperties>
</file>