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9" r:id="rId2"/>
  </p:sldIdLst>
  <p:sldSz cx="719931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00FF"/>
    <a:srgbClr val="33CCCC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>
        <p:scale>
          <a:sx n="241" d="100"/>
          <a:sy n="241" d="100"/>
        </p:scale>
        <p:origin x="124" y="-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589241"/>
            <a:ext cx="5399485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891070"/>
            <a:ext cx="539948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391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724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897613"/>
            <a:ext cx="6209407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409468"/>
            <a:ext cx="6209407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309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958453"/>
            <a:ext cx="3059708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958453"/>
            <a:ext cx="3059708" cy="228445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06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691"/>
            <a:ext cx="6209407" cy="6959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882610"/>
            <a:ext cx="30456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315164"/>
            <a:ext cx="3045647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882610"/>
            <a:ext cx="306064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315164"/>
            <a:ext cx="3060646" cy="193440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34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462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971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40030"/>
            <a:ext cx="2321966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518398"/>
            <a:ext cx="364465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080135"/>
            <a:ext cx="2321966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86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40030"/>
            <a:ext cx="2321966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518398"/>
            <a:ext cx="364465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080135"/>
            <a:ext cx="2321966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990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908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91691"/>
            <a:ext cx="1552352" cy="305121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91691"/>
            <a:ext cx="4567064" cy="305121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249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91691"/>
            <a:ext cx="6209407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958453"/>
            <a:ext cx="6209407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3337084"/>
            <a:ext cx="161984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54AB-93F5-4C2C-933F-1FBA0DD6E349}" type="datetimeFigureOut">
              <a:rPr lang="he-IL" smtClean="0"/>
              <a:t>ג'/כסלו/תשפ"ד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3337084"/>
            <a:ext cx="242976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3337084"/>
            <a:ext cx="161984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1C47D-E190-4D3F-9F73-ABD4CC1CF70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358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1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r" defTabSz="480060" rtl="1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r" defTabSz="480060" rtl="1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r" defTabSz="480060" rtl="1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D00B74D4-B7ED-2204-9D3E-BE3C34817C1F}"/>
              </a:ext>
            </a:extLst>
          </p:cNvPr>
          <p:cNvSpPr/>
          <p:nvPr/>
        </p:nvSpPr>
        <p:spPr>
          <a:xfrm>
            <a:off x="5234713" y="1482225"/>
            <a:ext cx="1440000" cy="1440000"/>
          </a:xfrm>
          <a:prstGeom prst="rect">
            <a:avLst/>
          </a:prstGeom>
          <a:solidFill>
            <a:srgbClr val="33CCCC"/>
          </a:solidFill>
          <a:ln>
            <a:solidFill>
              <a:srgbClr val="33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66BF0B8D-CFB3-B9A6-C4E4-F31F7BA6451A}"/>
              </a:ext>
            </a:extLst>
          </p:cNvPr>
          <p:cNvSpPr/>
          <p:nvPr/>
        </p:nvSpPr>
        <p:spPr>
          <a:xfrm>
            <a:off x="1866900" y="1482225"/>
            <a:ext cx="1440000" cy="1440000"/>
          </a:xfrm>
          <a:prstGeom prst="rect">
            <a:avLst/>
          </a:prstGeom>
          <a:solidFill>
            <a:srgbClr val="33CCCC">
              <a:alpha val="80000"/>
            </a:srgbClr>
          </a:solidFill>
          <a:ln>
            <a:solidFill>
              <a:srgbClr val="33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BFF3A2FE-837A-E00C-B3CA-39FF6D3EAF17}"/>
              </a:ext>
            </a:extLst>
          </p:cNvPr>
          <p:cNvSpPr/>
          <p:nvPr/>
        </p:nvSpPr>
        <p:spPr>
          <a:xfrm>
            <a:off x="0" y="2922225"/>
            <a:ext cx="7199313" cy="678225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DDE2AEA5-65B0-C406-A08E-F32DD138DBC3}"/>
              </a:ext>
            </a:extLst>
          </p:cNvPr>
          <p:cNvSpPr txBox="1"/>
          <p:nvPr/>
        </p:nvSpPr>
        <p:spPr>
          <a:xfrm>
            <a:off x="1528888" y="2606552"/>
            <a:ext cx="31115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endParaRPr lang="he-IL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אליפסה 19">
            <a:extLst>
              <a:ext uri="{FF2B5EF4-FFF2-40B4-BE49-F238E27FC236}">
                <a16:creationId xmlns:a16="http://schemas.microsoft.com/office/drawing/2014/main" id="{242B6A02-569C-093B-73F6-EF3A0D689797}"/>
              </a:ext>
            </a:extLst>
          </p:cNvPr>
          <p:cNvSpPr/>
          <p:nvPr/>
        </p:nvSpPr>
        <p:spPr>
          <a:xfrm>
            <a:off x="1823975" y="2884834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9087BA67-D47E-8BA4-2651-3521DB605561}"/>
              </a:ext>
            </a:extLst>
          </p:cNvPr>
          <p:cNvSpPr txBox="1"/>
          <p:nvPr/>
        </p:nvSpPr>
        <p:spPr>
          <a:xfrm>
            <a:off x="4921263" y="2561382"/>
            <a:ext cx="31115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endParaRPr lang="he-IL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CB5670A7-00DF-66E9-E737-1BBF57E7BCEF}"/>
              </a:ext>
            </a:extLst>
          </p:cNvPr>
          <p:cNvSpPr/>
          <p:nvPr/>
        </p:nvSpPr>
        <p:spPr>
          <a:xfrm>
            <a:off x="5196413" y="2891184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9" name="מחבר חץ ישר 28">
            <a:extLst>
              <a:ext uri="{FF2B5EF4-FFF2-40B4-BE49-F238E27FC236}">
                <a16:creationId xmlns:a16="http://schemas.microsoft.com/office/drawing/2014/main" id="{96989DB7-C874-0C3C-E36D-3E4EC06209EC}"/>
              </a:ext>
            </a:extLst>
          </p:cNvPr>
          <p:cNvCxnSpPr>
            <a:cxnSpLocks/>
            <a:stCxn id="15" idx="1"/>
            <a:endCxn id="14" idx="1"/>
          </p:cNvCxnSpPr>
          <p:nvPr/>
        </p:nvCxnSpPr>
        <p:spPr>
          <a:xfrm>
            <a:off x="1866900" y="2202225"/>
            <a:ext cx="3367813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מחבר חץ ישר 32">
            <a:extLst>
              <a:ext uri="{FF2B5EF4-FFF2-40B4-BE49-F238E27FC236}">
                <a16:creationId xmlns:a16="http://schemas.microsoft.com/office/drawing/2014/main" id="{4FA5F42E-6505-1F2C-E218-0BA9E7A82EC3}"/>
              </a:ext>
            </a:extLst>
          </p:cNvPr>
          <p:cNvCxnSpPr>
            <a:cxnSpLocks/>
          </p:cNvCxnSpPr>
          <p:nvPr/>
        </p:nvCxnSpPr>
        <p:spPr>
          <a:xfrm>
            <a:off x="586468" y="1187450"/>
            <a:ext cx="1256557" cy="696243"/>
          </a:xfrm>
          <a:prstGeom prst="straightConnector1">
            <a:avLst/>
          </a:prstGeom>
          <a:ln w="28575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קשת 39">
            <a:extLst>
              <a:ext uri="{FF2B5EF4-FFF2-40B4-BE49-F238E27FC236}">
                <a16:creationId xmlns:a16="http://schemas.microsoft.com/office/drawing/2014/main" id="{606C1EA1-AD77-ADAC-B5FD-A0AB424E2FEC}"/>
              </a:ext>
            </a:extLst>
          </p:cNvPr>
          <p:cNvSpPr/>
          <p:nvPr/>
        </p:nvSpPr>
        <p:spPr>
          <a:xfrm rot="16200000">
            <a:off x="1434375" y="1698680"/>
            <a:ext cx="360000" cy="360000"/>
          </a:xfrm>
          <a:prstGeom prst="arc">
            <a:avLst>
              <a:gd name="adj1" fmla="val 16200000"/>
              <a:gd name="adj2" fmla="val 19833461"/>
            </a:avLst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42" name="מחבר ישר 41">
            <a:extLst>
              <a:ext uri="{FF2B5EF4-FFF2-40B4-BE49-F238E27FC236}">
                <a16:creationId xmlns:a16="http://schemas.microsoft.com/office/drawing/2014/main" id="{CB54EBDD-AD2E-612B-616A-B6F3629F1152}"/>
              </a:ext>
            </a:extLst>
          </p:cNvPr>
          <p:cNvCxnSpPr/>
          <p:nvPr/>
        </p:nvCxnSpPr>
        <p:spPr>
          <a:xfrm>
            <a:off x="586468" y="1878679"/>
            <a:ext cx="125655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תיבת טקסט 42">
                <a:extLst>
                  <a:ext uri="{FF2B5EF4-FFF2-40B4-BE49-F238E27FC236}">
                    <a16:creationId xmlns:a16="http://schemas.microsoft.com/office/drawing/2014/main" id="{6EA8F6C0-AFEC-B6E2-C6BA-DB86A8E3FDE5}"/>
                  </a:ext>
                </a:extLst>
              </p:cNvPr>
              <p:cNvSpPr txBox="1"/>
              <p:nvPr/>
            </p:nvSpPr>
            <p:spPr>
              <a:xfrm>
                <a:off x="1303529" y="1660764"/>
                <a:ext cx="15594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43" name="תיבת טקסט 42">
                <a:extLst>
                  <a:ext uri="{FF2B5EF4-FFF2-40B4-BE49-F238E27FC236}">
                    <a16:creationId xmlns:a16="http://schemas.microsoft.com/office/drawing/2014/main" id="{6EA8F6C0-AFEC-B6E2-C6BA-DB86A8E3F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529" y="1660764"/>
                <a:ext cx="155940" cy="215444"/>
              </a:xfrm>
              <a:prstGeom prst="rect">
                <a:avLst/>
              </a:prstGeom>
              <a:blipFill>
                <a:blip r:embed="rId2"/>
                <a:stretch>
                  <a:fillRect l="-28000" r="-20000" b="-8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תיבת טקסט 44">
                <a:extLst>
                  <a:ext uri="{FF2B5EF4-FFF2-40B4-BE49-F238E27FC236}">
                    <a16:creationId xmlns:a16="http://schemas.microsoft.com/office/drawing/2014/main" id="{9127F415-CFBF-30A1-A10C-37EBA16D0207}"/>
                  </a:ext>
                </a:extLst>
              </p:cNvPr>
              <p:cNvSpPr txBox="1"/>
              <p:nvPr/>
            </p:nvSpPr>
            <p:spPr>
              <a:xfrm>
                <a:off x="1089303" y="1169457"/>
                <a:ext cx="214226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solidFill>
                                <a:srgbClr val="FF66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he-IL" b="1" dirty="0">
                  <a:solidFill>
                    <a:srgbClr val="FF6600"/>
                  </a:solidFill>
                </a:endParaRPr>
              </a:p>
            </p:txBody>
          </p:sp>
        </mc:Choice>
        <mc:Fallback xmlns="">
          <p:sp>
            <p:nvSpPr>
              <p:cNvPr id="45" name="תיבת טקסט 44">
                <a:extLst>
                  <a:ext uri="{FF2B5EF4-FFF2-40B4-BE49-F238E27FC236}">
                    <a16:creationId xmlns:a16="http://schemas.microsoft.com/office/drawing/2014/main" id="{9127F415-CFBF-30A1-A10C-37EBA16D0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303" y="1169457"/>
                <a:ext cx="214226" cy="310598"/>
              </a:xfrm>
              <a:prstGeom prst="rect">
                <a:avLst/>
              </a:prstGeom>
              <a:blipFill>
                <a:blip r:embed="rId3"/>
                <a:stretch>
                  <a:fillRect l="-25714" r="-20000" b="-78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תיבת טקסט 45">
                <a:extLst>
                  <a:ext uri="{FF2B5EF4-FFF2-40B4-BE49-F238E27FC236}">
                    <a16:creationId xmlns:a16="http://schemas.microsoft.com/office/drawing/2014/main" id="{5A22B177-5A68-6AD5-8A48-9712DFE3E47B}"/>
                  </a:ext>
                </a:extLst>
              </p:cNvPr>
              <p:cNvSpPr txBox="1"/>
              <p:nvPr/>
            </p:nvSpPr>
            <p:spPr>
              <a:xfrm>
                <a:off x="758957" y="2041857"/>
                <a:ext cx="872931" cy="25885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he-IL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he-IL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he-IL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he-IL" sz="1400" dirty="0"/>
              </a:p>
            </p:txBody>
          </p:sp>
        </mc:Choice>
        <mc:Fallback xmlns="">
          <p:sp>
            <p:nvSpPr>
              <p:cNvPr id="46" name="תיבת טקסט 45">
                <a:extLst>
                  <a:ext uri="{FF2B5EF4-FFF2-40B4-BE49-F238E27FC236}">
                    <a16:creationId xmlns:a16="http://schemas.microsoft.com/office/drawing/2014/main" id="{5A22B177-5A68-6AD5-8A48-9712DFE3E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57" y="2041857"/>
                <a:ext cx="872931" cy="258853"/>
              </a:xfrm>
              <a:prstGeom prst="rect">
                <a:avLst/>
              </a:prstGeom>
              <a:blipFill>
                <a:blip r:embed="rId4"/>
                <a:stretch>
                  <a:fillRect t="-30952" r="-2797" b="-476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סוגר מסולסל שמאלי 46">
            <a:extLst>
              <a:ext uri="{FF2B5EF4-FFF2-40B4-BE49-F238E27FC236}">
                <a16:creationId xmlns:a16="http://schemas.microsoft.com/office/drawing/2014/main" id="{CA67426E-3BCC-0597-0AAF-CAD2029C3FB8}"/>
              </a:ext>
            </a:extLst>
          </p:cNvPr>
          <p:cNvSpPr/>
          <p:nvPr/>
        </p:nvSpPr>
        <p:spPr>
          <a:xfrm rot="16200000">
            <a:off x="1141585" y="1354768"/>
            <a:ext cx="146322" cy="1256557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48" name="מחבר ישר 47">
            <a:extLst>
              <a:ext uri="{FF2B5EF4-FFF2-40B4-BE49-F238E27FC236}">
                <a16:creationId xmlns:a16="http://schemas.microsoft.com/office/drawing/2014/main" id="{1E8FF9D2-3DC7-B4DE-ED5E-7FC2742C4AA8}"/>
              </a:ext>
            </a:extLst>
          </p:cNvPr>
          <p:cNvCxnSpPr>
            <a:cxnSpLocks/>
          </p:cNvCxnSpPr>
          <p:nvPr/>
        </p:nvCxnSpPr>
        <p:spPr>
          <a:xfrm>
            <a:off x="585743" y="1187450"/>
            <a:ext cx="724" cy="68875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ישר 49">
            <a:extLst>
              <a:ext uri="{FF2B5EF4-FFF2-40B4-BE49-F238E27FC236}">
                <a16:creationId xmlns:a16="http://schemas.microsoft.com/office/drawing/2014/main" id="{0597E29C-FE36-C16C-1655-8FDF6E672651}"/>
              </a:ext>
            </a:extLst>
          </p:cNvPr>
          <p:cNvCxnSpPr/>
          <p:nvPr/>
        </p:nvCxnSpPr>
        <p:spPr>
          <a:xfrm>
            <a:off x="591013" y="1729666"/>
            <a:ext cx="144000" cy="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מחבר ישר 50">
            <a:extLst>
              <a:ext uri="{FF2B5EF4-FFF2-40B4-BE49-F238E27FC236}">
                <a16:creationId xmlns:a16="http://schemas.microsoft.com/office/drawing/2014/main" id="{AC1BA2D4-89E2-3355-AD9F-DCAAB003DA2B}"/>
              </a:ext>
            </a:extLst>
          </p:cNvPr>
          <p:cNvCxnSpPr>
            <a:cxnSpLocks/>
          </p:cNvCxnSpPr>
          <p:nvPr/>
        </p:nvCxnSpPr>
        <p:spPr>
          <a:xfrm>
            <a:off x="731973" y="1729666"/>
            <a:ext cx="724" cy="14400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תיבת טקסט 51">
            <a:extLst>
              <a:ext uri="{FF2B5EF4-FFF2-40B4-BE49-F238E27FC236}">
                <a16:creationId xmlns:a16="http://schemas.microsoft.com/office/drawing/2014/main" id="{3F470349-D6AB-996B-F087-7793020DAF18}"/>
              </a:ext>
            </a:extLst>
          </p:cNvPr>
          <p:cNvSpPr txBox="1"/>
          <p:nvPr/>
        </p:nvSpPr>
        <p:spPr>
          <a:xfrm>
            <a:off x="5799138" y="2017559"/>
            <a:ext cx="31115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he-IL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תיבת טקסט 52">
                <a:extLst>
                  <a:ext uri="{FF2B5EF4-FFF2-40B4-BE49-F238E27FC236}">
                    <a16:creationId xmlns:a16="http://schemas.microsoft.com/office/drawing/2014/main" id="{975F63D6-FF3D-1AB5-CC2C-65738E632050}"/>
                  </a:ext>
                </a:extLst>
              </p:cNvPr>
              <p:cNvSpPr txBox="1"/>
              <p:nvPr/>
            </p:nvSpPr>
            <p:spPr>
              <a:xfrm>
                <a:off x="3695921" y="1834357"/>
                <a:ext cx="391133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he-IL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𝑷𝑸</m:t>
                          </m:r>
                        </m:e>
                      </m:acc>
                    </m:oMath>
                  </m:oMathPara>
                </a14:m>
                <a:endParaRPr lang="he-IL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3" name="תיבת טקסט 52">
                <a:extLst>
                  <a:ext uri="{FF2B5EF4-FFF2-40B4-BE49-F238E27FC236}">
                    <a16:creationId xmlns:a16="http://schemas.microsoft.com/office/drawing/2014/main" id="{975F63D6-FF3D-1AB5-CC2C-65738E632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921" y="1834357"/>
                <a:ext cx="391133" cy="312458"/>
              </a:xfrm>
              <a:prstGeom prst="rect">
                <a:avLst/>
              </a:prstGeom>
              <a:blipFill>
                <a:blip r:embed="rId5"/>
                <a:stretch>
                  <a:fillRect l="-18750" r="-18750" b="-294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21830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133</TotalTime>
  <Words>9</Words>
  <Application>Microsoft Office PowerPoint</Application>
  <PresentationFormat>מותאם אישית</PresentationFormat>
  <Paragraphs>7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</dc:creator>
  <cp:lastModifiedBy>Sraya Ansbacher</cp:lastModifiedBy>
  <cp:revision>15</cp:revision>
  <dcterms:created xsi:type="dcterms:W3CDTF">2022-05-05T11:53:23Z</dcterms:created>
  <dcterms:modified xsi:type="dcterms:W3CDTF">2023-11-16T17:55:10Z</dcterms:modified>
</cp:coreProperties>
</file>