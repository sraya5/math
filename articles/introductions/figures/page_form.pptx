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>
        <p:scale>
          <a:sx n="50" d="100"/>
          <a:sy n="50" d="100"/>
        </p:scale>
        <p:origin x="204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3D9F0-E2B5-4824-8325-65C661225C0A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BE50-B51F-4EC6-8F43-3071178CF3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8976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3D9F0-E2B5-4824-8325-65C661225C0A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BE50-B51F-4EC6-8F43-3071178CF3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258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3D9F0-E2B5-4824-8325-65C661225C0A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BE50-B51F-4EC6-8F43-3071178CF3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593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3D9F0-E2B5-4824-8325-65C661225C0A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BE50-B51F-4EC6-8F43-3071178CF3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948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3D9F0-E2B5-4824-8325-65C661225C0A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BE50-B51F-4EC6-8F43-3071178CF3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4780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3D9F0-E2B5-4824-8325-65C661225C0A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BE50-B51F-4EC6-8F43-3071178CF3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0209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3D9F0-E2B5-4824-8325-65C661225C0A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BE50-B51F-4EC6-8F43-3071178CF3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3284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3D9F0-E2B5-4824-8325-65C661225C0A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BE50-B51F-4EC6-8F43-3071178CF3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845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3D9F0-E2B5-4824-8325-65C661225C0A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BE50-B51F-4EC6-8F43-3071178CF3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884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3D9F0-E2B5-4824-8325-65C661225C0A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BE50-B51F-4EC6-8F43-3071178CF3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517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3D9F0-E2B5-4824-8325-65C661225C0A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BE50-B51F-4EC6-8F43-3071178CF3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7800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3D9F0-E2B5-4824-8325-65C661225C0A}" type="datetimeFigureOut">
              <a:rPr lang="he-IL" smtClean="0"/>
              <a:t>י"ד/אלול/תשפ"ג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BBE50-B51F-4EC6-8F43-3071178CF3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1657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1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r" defTabSz="719907" rtl="1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r" defTabSz="719907" rtl="1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r" defTabSz="719907" rtl="1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9132BDB3-1057-463B-C95F-AC529132CB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82" t="16000" r="39085" b="14074"/>
          <a:stretch/>
        </p:blipFill>
        <p:spPr>
          <a:xfrm>
            <a:off x="-1" y="0"/>
            <a:ext cx="7199313" cy="7199313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CC3C0811-37B7-989E-3CB5-3A0BDC644D72}"/>
              </a:ext>
            </a:extLst>
          </p:cNvPr>
          <p:cNvSpPr txBox="1"/>
          <p:nvPr/>
        </p:nvSpPr>
        <p:spPr>
          <a:xfrm>
            <a:off x="4673600" y="-152400"/>
            <a:ext cx="6223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 b="1" dirty="0">
                <a:solidFill>
                  <a:srgbClr val="FF0000"/>
                </a:solidFill>
              </a:rPr>
              <a:t>[</a:t>
            </a:r>
          </a:p>
        </p:txBody>
      </p:sp>
    </p:spTree>
    <p:extLst>
      <p:ext uri="{BB962C8B-B14F-4D97-AF65-F5344CB8AC3E}">
        <p14:creationId xmlns:p14="http://schemas.microsoft.com/office/powerpoint/2010/main" val="132125686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</TotalTime>
  <Words>1</Words>
  <Application>Microsoft Office PowerPoint</Application>
  <PresentationFormat>מותאם אישית</PresentationFormat>
  <Paragraphs>1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Sraya</dc:creator>
  <cp:lastModifiedBy>Sraya</cp:lastModifiedBy>
  <cp:revision>1</cp:revision>
  <dcterms:created xsi:type="dcterms:W3CDTF">2023-08-31T14:50:07Z</dcterms:created>
  <dcterms:modified xsi:type="dcterms:W3CDTF">2023-08-31T14:54:24Z</dcterms:modified>
</cp:coreProperties>
</file>